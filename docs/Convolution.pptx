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67" r:id="rId4"/>
    <p:sldId id="257" r:id="rId5"/>
    <p:sldId id="268" r:id="rId6"/>
    <p:sldId id="269" r:id="rId7"/>
    <p:sldId id="258" r:id="rId8"/>
    <p:sldId id="259" r:id="rId9"/>
    <p:sldId id="260" r:id="rId10"/>
    <p:sldId id="264" r:id="rId11"/>
    <p:sldId id="265"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2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7:3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5276.769 4768.846 767,'0.000'6.561'0,"0.000"-0.215"0,0.000-0.126 0,0.000-0.025 0,0.788 0.643-9,1.554 2.463 7,-0.588-2.727 0,0.334 1.106 0,0.282 0.930 0,0.227 0.749 0,0.174 0.578 0,0.129 0.426 0,0.012 0.139-1,-0.329-1.005 1,-0.416-1.283 0,-0.436-1.349 1,0.545 3.174 0,-1.213-3.785 7,-0.791 0.552 1,-0.635-0.285-2,0.180 2.931 1,0.147-3.418-6,0.010 1.549-2,0.009 1.394 0,0.006 1.182 0,0.005 0.742-1,0.003 0.410 0,0.002 0.171 1,0.001 0.008-1,0.000-0.091 2,0.000-0.146 0,0.000-0.181 0,-0.000-0.188 0,-0.000-0.175 0,-0.000-0.154 0,0.000-0.127 2,-0.000-0.100-1,-0.000-0.285 0,0.000-0.375 1,-0.000-0.398-1,0.000-0.380 0,0.000-0.336 1,0.000-0.282 0,0.000 0.383 0,0.000-0.081 0,0.000-0.529 0,0.000-0.768 3,0.000-0.858 0,0.000 3.689-2,0.000-2.679-4,0.000 1.072 4,0.000-1.678 1,0.000-0.049-1,0.000 0.940-1,0.000-1.258-1,0.000 3.481-2,0.000-3.877 1,0.000 0.139 0,0.000 0.125-1,0.000-0.013 1,0.000-0.098 0,0.000-0.144 1,0.223 6.187-1,0.342-5.436 1,0.387 0.572 0,0.382 0.584-1,0.347 0.543 0,0.296 0.473 0,0.017-0.029-1,-0.157-0.336 1,-0.251-0.497 0,-0.287-0.555 0,-0.286-0.543 1,-0.261-0.491 2,-0.060-0.396-1,0.125 0.317 0,0.204 0.488 1,0.239 0.561-3,0.244 0.567 0,0.229 0.529 1,0.020-0.075-1,-0.117-0.455 1,-0.195-0.665-1,-0.231-0.751 1,0.545 4.560 1,-0.816-3.495 4,-0.534-1.686-3,-0.792 0.031 0,0.361 1.169 0,0.029-0.041 0,-0.002 3.460 0,-0.001-3.206-4,0.000 1.252 0,0.183-0.009-1,0.291 0.324 1,0.340 0.118 0,0.349-0.025 0,0.331-0.116 0,0.297-0.167 1,0.137 0.403 0,-0.094 0.248 1,-0.195 0.326-1,-0.245 0.351 1,-0.295-0.685 0,-0.231-0.622 0,-0.210-0.804 1,-0.182-0.869-1,-0.151-0.852 0,-0.114 0.767 3,-0.108-0.437 0,-0.098 4.304 2,-0.119-3.434-2,-0.071-1.152-4,0.029-0.038-1,1.539 3.389 0,1.021 3.299-1,-0.823-4.715 1,0.194 0.924 0,0.151 0.718 0,0.112 0.531 0,0.078 0.372 0,0.051 0.242 0,0.030 0.142-1,0.014 0.068 1,0.004 0.017 0,-0.241-0.714-1,-0.258-0.510 1,-0.294-0.578 0,-0.295-0.576 1,-0.273-0.531 2,-0.238-0.461 1,-0.197-0.382 0,-0.157-0.303 0,-0.119-0.229 0,0.051-0.293 0,0.155-0.312-1,0.208-0.298 1,1.223 5.374 1,0.788-0.740-1,0.558-0.430 0,-0.150-0.515-1,-0.794-0.728 1,-0.853-0.622 0,-0.666-0.427 0,-0.427-0.927-1,-0.211-0.433 0,-0.100 0.666 2,-0.028 4.328 0,0.059-3.969-5,0.007 1.156 0,0.008 1.665 0,0.007 1.690-1,0.007 1.622 0,0.006 1.447 0,0.005-0.972 1,0.003-0.126 0,0.002-0.421 0,0.002-0.586 0,0.001-0.654 0,0.001 0.483 2,0.001-1.638 1,0.000-1.669-1,0.000-1.540 1,-0.000-1.648 2,0.001 2.117 6,-0.000-2.584-5,-0.002 0.080-1,0.000 0.488 0,0.000 0.771-5,0.000-1.113 1,0.000 1.558-1,0.000 1.331 0,0.000 1.079-1,0.000 0.833 1,0.000 0.613-1,0.000 0.425 0,0.000 0.274 0,0.000 0.158 0,0.000 0.073 0,0.000 0.015 0,0.000-0.022 0,0.076-0.836 0,0.116-1.559 0,0.130-1.752 1,0.128-1.719 1,0.779 2.338 3,1.160-2.796 8,3.011-2.065 1,-0.681-0.337-1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7:4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4460.769 5691.846 767,'6.250'0.000'0,"-0.186"0.000"0,0.026 3.198-6,3.626 6.033 3,-2.795-2.464 0,1.129 1.177 0,0.910 0.949 0,0.699 0.728-1,0.509 0.531 0,0.350 0.365 0,0.223 0.232 0,0.125 0.130 0,0.056 0.058 0,3.199 2.148-1,3.509 2.900-1,2.793 2.513 10,2.133 2.086 9,1.555 1.663-15,1.071 1.272-8,0.683 0.929 0,0.382 0.642-1,2.200 2.714 0,-2.381-1.578 1,-2.903-2.087 0,-2.960-2.208 2,-2.730-2.085 8,-2.349-1.825 5,-1.909-1.505 0,-1.473-1.178-1,-2.426-2.649 0,-0.876-0.674 0,-0.700-0.509-1,-0.536-0.366 1,-0.393-0.248 1,-0.272-0.154 1,-0.175-0.082-1,0.671 0.145 1,0.214 0.489 0,-0.148 0.599 0,-0.376 0.630 4,-0.499 0.608 4,0.993 3.043-19,0.306 1.155 1,0.009 0.212-1,-0.181-0.407 6,-0.289-0.773 4,-0.337-0.951-7,-0.124 1.995-4,-0.498-0.022 1,-0.480-0.796 0,-0.431-1.212 16,-0.874-2.327-2,-0.719-1.760-10,-0.726-1.737-2,-0.677-1.594 1,-0.595-1.385 2,1.505 2.793 10,1.663-2.429-4,2.392-1.280-4,1.262-1.685-1,-0.077-1.731 1,0.393 4.791 0,-4.561-1.552 0,-0.115 0.936-1,-0.491-0.146-3,-0.105 0.260-1,-0.088 0.127 1,-0.070 0.034 0,-0.053-0.029 1,-0.493-0.764 1,-0.328-0.323-1,1.321 4.476 1,-1.138-1.060 1,0.142-1.021 2,0.774-1.042-1,2.272 1.377-2,0.565 1.100 1,-0.664-0.320-1,0.810-1.864-1,1.562-2.307-1,0.904 0.402 2,-0.124-0.279 2,-0.419-1.067 0,-1.065-1.335-3,-1.376-1.210 0,1.076-0.735 1,0.610-0.913 1,-1.052-0.119 1,-0.121 2.118 1,-5.003 4.861-3,-1.620 0.515 1,-0.029-0.128-2,0.054 0.613 0,0.762 0.889 0,1.508-2.463 0,1.788 0.439 1,0.968-1.060-1,2.070-0.979 1,-0.998-3.109 0,-0.731 2.024 0,3.180 6.098-2,-3.458-3.488 1,0.460 0.237 0,0.349-0.085 0,0.251-0.286 0,0.170-0.393 0,0.534 0.446 0,-0.324 0.104 0,-0.437 0.218 0,-0.465 0.268 1,-0.715-0.369 0,-0.871-0.810 1,1.479 2.404-1,-1.806-2.412 2,2.539-5.596 0,0.339-0.185 1,-1.873-5.642-4,0.823-1.742-1,1.305-2.081 0,-3.072 4.471 1,0.129-0.207-1,0.084-0.134 1,0.049-0.078 0,0.023-0.037-1,0.005-0.008 1,-0.006 0.010-1,-0.013 0.020 1,-0.194 0.226 0,0.086-0.227-1,0.109-0.277 1,0.117-0.290 0,0.112-0.276 1,0.101-0.247 0,0.087-0.210 0,0.071-0.171 0,0.056-0.133 0,0.042-0.100 0,3.388-3.608 0,1.607-1.407 0,0.663-0.412 3,0.034 0.227 1,-0.349 0.592-1,-0.549 0.760-7,-0.622 0.793 0,-0.609 0.743 1,-0.548 0.646-1,-0.462 0.530 1,0.409-1.621 0,0.051-0.835-1,-0.357-0.055 7,-0.582 0.433 8,-0.673 0.701-1,-0.674 0.809-7,-0.620 0.810-6,-0.536 0.745 0,-0.439 0.643 1,-0.344 0.527 0,-0.256 0.412 0,0.043-1.054 0,0.290-0.742-1,0.395-0.435 9,0.429-0.208 10,0.416-0.049-14,0.375 0.054-4,0.319 0.114-1,0.259 0.143 0,0.201 0.149 0,0.148 0.141 1,-0.354-0.642-1,-0.265-0.418 0,-0.335-0.044 0,-0.354 0.197 12,-0.342 0.337 3,-0.308 0.402-14,-0.264 0.414-1,-0.216 0.392 1,-0.169 0.348 0,-0.127 0.294-1,0.418-1.646 1,0.317-0.484-1,0.386-0.063 4,0.395 0.200 11,0.366 0.343-8,-0.121 0.983-6,0.239 0.336 0,0.209 0.297-1,0.176 0.250 1,0.141 0.202 3,0.528-0.604-1,-0.232-0.050 0,-0.323-0.096 1,-0.349-0.114-1,-1.007 0.937 1,-0.304 0.017 0,-0.271 0.016-1,-0.232 0.015 1,-0.190 0.012-1,0.385-0.677 0,-0.043 0.421 0,-0.001 0.498 0,0.025 0.500 1,-0.117 0.330 0,-0.083 0.051 0,-0.098-0.063 0,-0.097-0.127 0,-0.089-0.155-2,2.094-2.793 1,0.037 0.100-1,0.283-0.534 2,0.022-0.240 1,-1.090 1.715-3,-0.206 0.420-2,-0.225 0.504 1,-0.223 0.529 0,-0.208 0.513 1,-0.186-0.265 2,-0.158 0.166 1,3.030-3.850 1,-0.107 2.376 2,-0.579 2.642-6,1.082 1.828 1,0.193 2.469 1,-2.664-5.500 0,-2.094-2.118 0,2.187-1.452-1,-0.286 0.283 0,-0.578 1.372-2,1.313-2.208 0,1.028-1.536 2,0.768-0.994-1,0.314 0.441-2,0.582 0.312-1,0.506 0.573 0,0.420 0.698 1,0.334 0.727 1,-1.078 1.526 1,-0.731 0.821 1,-0.928 0.793-1,-1.001 0.726 1,-0.988 0.635 0,-0.284-0.018 6,3.349-4.508 3,-3.396 4.513-9,0.283-0.185 0,-0.426-0.527 0,-0.294-0.475 0,-0.406-0.146 0,-0.455 0.085 1,-0.459 0.233 1,0.121-1.454 0,0.263-0.531-4,0.447-0.223 0,0.532-0.010 5,0.547 0.127-3,1.257-1.314-3,1.313-1.300 0,1.059-0.789 0,0.822-0.397 4,0.613-0.110 0,0.431-0.417-5,-0.411 0.268 0,-0.678 0.361 0,-0.806 0.398 1,-0.835 0.396 0,-0.813 1.173 4,-0.337 0.896 0,-0.186 0.957 0,-0.072 0.937 0,0.008 0.865 2,0.077 0.368 0,-0.642 0.745-1,2.440-3.196 1,-2.708 1.459 4,-0.389 0.613-2,1.660 3.696-3,0.423 3.008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7:4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15045.769 4737.846 767,'0.000'6.383'0,"0.000"-0.226"0,0.000-0.117-5,0.000 0.148 5,0.168 0.138-1,0.252 2.337-1,0.283 5.044-2,0.275 4.910-1,0.244 4.392-1,0.207 3.688-1,0.166 2.934-1,0.123 2.217-1,-0.078 0.350 0,-0.193-2.145 1,-0.246-3.461 1,-0.254-3.947 1,-0.240-3.890 17,-0.207-3.508 13,-0.170-2.965-27,-0.131-2.373 0,-0.098-2.532 1,-0.064 2.908-1,-0.107-4.067 19,-0.109 1.072 3,0.104-1.117-11,0.047 2.585-9,0.023-1.216 1,0.008 2.555-1,0.002 2.211-1,-0.002-5.507 1,0.000 0.318 0,0.000 0.238-1,0.000 0.136 1,-0.002-0.023 0,0.000-0.088-1,0.000-0.121 1,0.000-0.132 1,0.000-0.127 1,0.000-0.114-1,0.000-0.278 0,0.000-0.061 0,0.000-0.037 0,0.000-0.018 1,0.000-0.006-1,0.000 0.003 0,0.000 0.008 0,0.000 0.135 0,0.000-0.188 1,0.000-0.223-1,0.000 5.562 1,0.000-0.769 0,0.000-0.069 1,0.000 0.395-2,0.000-1.309 0,0.000-1.359 0,0.000-1.396 1,0.000-0.735 2,0.000-0.439-2,0.000 1.196 1,0.000 4.907-1,0.000-4.689-2,0.000 0.688 0,0.000 0.462-2,0.000-0.326 1,0.000-0.587 0,0.000-0.711 0,0.000-0.738 0,0.000 0.166 3,0.000-0.189 1,0.000-0.005 0,0.000 0.105-2,0.000-0.305 1,0.000 0.037-1,0.000 0.030 1,0.000 0.023-1,0.000 0.017 0,0.000 5.178-1,0.000-1.016 1,0.000-1.262 2,0.000-2.129-1,0.000 0.381 0,0.000-0.214 0,0.000 0.835 1,0.000 0.946-1,0.000-0.244-2,0.000 3.077-1,0.000-4.790 1,0.000 0.620 0,0.000 0.518-1,0.295-0.312 1,0.461-0.278 0,0.533-0.436-1,0.543-0.503 1,1.898 4.028 2,-0.408-1.800 1,-0.512-0.695 1,0.461 0.779-1,0.799 1.002-3,-1.943-4.050 0,-0.195 0.896 0,-0.279 0.945 0,-0.307 0.900 0,-0.307 0.025 0,-0.268-0.378 1,-0.229-0.651-1,-0.186-0.770 0,-0.146-0.783 1,-0.082 3.518 2,-0.209-3.408 0,-0.180-0.101 0,0.102 0.293 0,0.168 0.164 0,-0.006 0.754 0,-0.004-0.715-1,0.000-0.012-1,0.000-0.025 0,0.000 0.021-1,0.000-0.171 0,0.000 0.397 1,0.000-0.292 1,0.000 1.042 0,0.221-1.162-1,2.686 1.871-1,0.814-2.036 0,-0.154 0.626 0,-0.973 0.206 0,-0.645 0.359 2</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7:5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14353.769 5460.846 767,'5.997'3.198'0,"-0.170"-0.090"0,-0.109-0.059 0,-0.007-0.002 0,0.294 0.127-3,-0.547-0.472-4,1.837 0.839 6,-1.409-0.695 1,0.039 0.018-1,0.028 0.626 1,4.183 3.216-3,-3.513-2.159 2,0.883 0.679-1,0.736 0.565 0,0.588 0.451-1,0.447 0.343 1,0.324 0.249 0,0.221 0.170-1,0.229 0.293 0,-0.563-0.208 1,-0.713-0.293 0,-0.746-0.322-1,-0.703-0.313 4,-0.619-0.281 0,-0.516-0.237 0,-0.408-0.191 0,-0.307-0.146 0,-0.260-0.394 0,0.002-0.308-1,0.078-0.313 1,0.121-0.290 0,0.139-0.253-1,0.139-0.210 1,0.125-0.167 0,0.109-0.125-1,0.090-0.090 1,0.072-0.061-1,0.016 1.101 1,-0.400 0.239-1,-0.477-0.234 1,-0.482-0.504 5,3.471 1.799 3,-1.254-2.377-10,-0.729-1.728-1,1.240 1.162 1,3.383 3.727-2,-4.154-1.680 2,0.727 0.844-1,0.604 0.708 0,0.479 0.566 1,0.361 0.433-1,0.260 0.314 0,-0.445-0.375 0,-0.594-0.565 0,-0.744-0.723 1,-0.777-0.766 0,-0.742-0.734-1,-0.660-0.659 5,3.604 2.069 1,-1.498-1.479-1,-0.875-0.883 0,-0.373-0.424-1,-0.113-0.156 0,0.021-0.009-1,1.422 0.317 1,2.584 1.246 1,-0.646 1.335 0,-1.676 1.054-4,-1.713 0.205-1,-0.965-1.493 0,1.965-0.646 4,-1.109-2.057 1,-2.395 2.616 0,-0.934 0.495-1,4.768-4.081-3,0.236-0.874 0,2.346 1.689 0,1.674 2.222-2,-5.311-1.650 2,0.199 0.400-1,-0.029 0.250 1,-0.461-0.042-1,-0.584-0.158 1,3.514 2.920-1,-2.020-0.895 5,0.746 0.058-1,-2.490-2.393-2,0.982 0.352 0,0.941 0.342-1,0.842 0.308 0,1.773 1.258-1,1.275 1.243 1,1.170 1.290-1,0.998 1.204-1,0.809 1.044 0,0.619 0.855 0,-2.092-1.515 0,-0.885-0.704 0,-1.107-0.953 0,-1.176-1.047 1,-1.135-1.035 0,-1.031-0.955 3,-0.891-0.836 3,-0.738-0.700-1,3.434 1.373 1,-1.896-2.210 0,1.586-1.372 7,-2.381-2.102-3,-5.752-5.116-6,-0.404-0.188-1,2.281-0.349-1,4.316-4.090-4,-1.754 2.910 2,0.848-1.320-1,0.686-1.067 0,0.529-0.822 0,0.387-0.602-1,0.268-0.416 1,0.170-0.267-1,0.098-0.152 0,0.045-0.069 0,0.008-0.012 1,1.572-3.124-2,0.828-1.790 0,0.369-0.923 8,0.057-0.315 17,-0.139 0.083-18,-0.246 0.318-8,-0.289 0.434 0,-0.994 1.188 1,-0.832 0.634-1,-0.869 0.603 2,-0.822 0.534 0,-0.727 0.448 5,-0.605 0.358 0,-0.484 0.273 1,-0.367 0.198-1,-0.391 0.608 0,-0.475 1.151 0,-0.441 1.257 0,-0.387 1.217 0,-0.320 1.091 2,-0.252 0.921 0,-0.188 0.740 0,-0.133 0.566 0,1.758-5.895 3,-1.393 5.778-4,3.068-3.853 7,1.158 3.658 1,0.814 3.081-11,-1.088 1.697 0,0.738-0.906 2,-5.383-4.303 3,0.494 0.930-1,2.354 0.335-4,0.391-0.070 1,-1.623-0.587-1,-1.514-2.087 1,-1.211 1.326 0,0.402 0.826 0,1.289-0.082 0,1.770-0.505-1,1.910-0.636 1,0.471 0.187-1,-1.229-0.305 0,-1.410-0.932 0,-1.094-1.231 0,-0.045 0.291 0,0.490 1.631 0,0.633 1.494 2,-0.193 0.823 0,-0.055-2.740 1,-0.973 1.868 0,1.346-3.228-1,1.166-2.790-4,0.963-2.305 1,1.172-2.231-3,0.770-0.911-1,0.604-0.375 1,0.447-0.009-1,0.316 0.219 2,0.271-0.668 2,-0.648 0.483-1,-0.832 0.514 0,-0.867 0.487 2,-1.037 1.792 4,-0.605 1.239-1,-0.486 1.275 0,-0.371 1.194 0,-0.420 1.240 2,-0.764 2.046-1,-0.758 1.972-1,0.592-1.285 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7:5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2399.769 4706.846 767,'0.000'6.154'0,"0.000"0.792"0,0.000-0.126 0,0.000-0.043 0,0.000 2.094-10,0.000-0.521 8,0.000 3.077-1,0.000 2.846 0,0.000 2.481-2,0.000 2.059 1,0.000 1.633-1,0.000 1.600 0,0.000 0.771-1,0.000 0.434 0,0.000 0.188 1,0.000 0.020 1,0.000-0.087 1,0.000-0.146 0,0.000-0.171-1,0.000-0.174 1,0.000-1.830 0,0.000-1.947 0,0.000-2.178 1,0.000-2.158 0,0.000-1.978 1,0.000-1.713 9,0.000-1.413-1,0.000-1.115-2,0.000-0.841 1,0.000 0.971 0,0.000-0.081-1,0.000-0.424 5,0.000-0.595 4,0.000-0.648-5,0.000-0.625-10,0.000 5.164-3,0.000-5.126 3,0.000 0.843-1,0.000 0.913 1,0.000 0.883-1,0.000 0.793 1,0.000 0.674-1,0.000 0.545 0,0.000 0.421 0,0.000 2.934 0,0.000 1.776-1,0.000 0.911 2,0.000 0.297 9,0.000-0.108-4,0.000-0.354-8,0.000-0.478-1,0.000-0.517 0,0.000-0.500 1,0.000-0.084 0,0.000 0.123-1,0.000-0.173 1,0.000-0.349 22,0.000-0.437-3,0.000-0.460-19,0.000-0.441 1,0.000-0.397-1,0.000-0.339 0,0.000 1.149 0,0.000 0.395 0,0.000 0.068 0,0.000-0.144 25,0.000-0.267-13,0.000-0.324-12,0.000-0.335 0,0.000-0.316 0,0.000-0.280 1,0.000 0.115-1,0.000 0.538 0,0.000 0.269 0,0.000 0.075 17,0.000-0.056 2,0.000 1.753-20,0.000-0.500 1,0.000-0.610 0,0.000-0.622 1,0.000-3.165 5,0.000-1.073-1,0.000-1.109 0,0.000-1.065 0,0.000-0.968 0,0.000-0.158 3,0.000 3.819 3,0.000-1.733-2,0.000 1.396-2,0.000 2.715-5,0.000-5.234 1,0.000-0.080-1,0.000-0.298 1,0.000-0.411 0,0.000 4.657 2,0.000-2.046 1,0.172-1.460 0,1.036 0.857 0,1.285 2.031-4,-0.813-4.438 1,0.053 0.498 0,-0.075 0.539 0,-0.162 0.502-1,-0.207 0.444 1,-0.223 0.376 0,-0.218-0.101 1,-0.201-0.407-1,-0.175-0.579 0,-0.146-0.653 1,0.196 4.256 0,0.957-3.445 3,3.389-1.313 3,0.317-1.616-2,-2.126 4.998-3,-2.153 0.741-1,-0.579-0.355-2,-0.292-0.875 0,-0.142 1.273 2,-0.023 0.580 1,0.025-1.595-1,0.038-2.160-1,0.023 1.111-1,0.038 0.928 1,0.007-2.642 0,0.001 1.800 1,0.001 1.600-1,0.000 1.454 1,0.000 1.239-2,0.000 1.002-1,-0.000 0.644 0,0.000-0.193 1,-0.000-0.933-1,0.000-1.317 1,-0.000-1.948 7,0.000-1.390 0,0.000-1.289-7,-0.000-1.129 1,0.000 3.797 6,0.000-1.805 0,0.000-1.082-3,0.000 0.125 0,0.000 0.886-2,0.204 0.544-1,1.229-0.266 0,1.531-0.437 0,0.827-0.474 2,-0.654-1.355-1,-0.342 0.869 1,-1.784-0.791 0,-0.901 1.061 0,-0.183 2.680-2,-0.040 1.297 0,0.010 1.029-1,0.060-4.072 1,0.009 0.384 0,0.009-0.181-1,0.008-0.507 5,0.006-1.006-1,0.000 3.658-4,0.011-3.675 0,0.008-0.010 4,0.070-0.275 0,1.385 0.189-2,0.691 0.541-1,0.436 0.887 1,0.132 0.262-1,-0.002-0.009 0,-1.105-2.451 0,-0.231 2.815 1,-0.941-0.108 1,-0.422-0.058 1,-0.100-1.281-1,0.005-0.829 0,0.053 0.153 1,0.025-0.179 0,-0.001-0.230-1,-0.000 1.380-1,0.065 0.454-1,1.262-1.327 0,5.193-5.193 1,-0.414-1.671 1,-3.975 6.572 0,-2.266 0.052 0,0.109 0.015-2,0.419 0.217 0,4.706-2.987 0,1.537-2.336 1,0.045-0.151-1,0.660 1.909 1,-3.708 1.766 1,-2.729 1.413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0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1722.769 5829.846 767,'4.983'5.091'0,"-0.393"-0.402"0,0.140 0.144 0,-0.068-0.070 0,-0.051-0.052 0,-0.014-0.015 0,0.000 0.000 0,0.002 0.002 0,0.001 0.000 0,0.713 1.988-20,-0.545-0.304 19,1.431 2.060-2,1.288 1.855 1,1.090 1.569-2,0.874 1.258 1,0.667 0.960-1,0.483 0.695 0,0.329 0.474 0,0.207 0.297 0,0.114 0.165-1,0.048 0.068 1,0.003 0.005 0,1.271 1.358-1,2.086 2.277 0,2.351 2.566-1,2.313 2.524 0,2.092 2.284 0,1.777 1.941-1,1.434 1.565 0,1.100 1.202 0,0.802 0.876-1,0.551 0.603 1,0.351 0.383-1,0.198 0.216 0,0.087 0.095 0,-1.966-2.232 1,-1.545-1.628 0,-1.752-1.843 0,-1.743-1.831 1,-1.598-1.678 7,-1.380-1.448 1,-1.134-1.188 1,-0.890-0.932-1,-0.666-0.697 0,-0.473-0.495 0,-0.314-0.329 0,-0.190-0.199 0,-0.097-0.101 0,-0.032-0.033 0,0.012 0.013 0,-1.036-1.573 0,-0.206-0.527 0,-0.217-0.584 0,-0.210-0.580-1,-0.190-0.538 9,-0.165-0.472 1,-0.136-0.396-1,-0.108-0.319 1,0.183-0.148-1,-1.093-1.744 0,-1.239-1.921-2,-1.229-1.875-1,-1.124-1.694-1,-0.967-1.445 3,-0.791-1.172-3,3.596 1.499 5,-3.234-3.018-4,-2.972-8.054 4,-2.781-0.674-1,-5.318 2.568-4,-0.492 1.947-6,7.561-4.933-2,2.238 1.312 1,0.108 0.010 0,-0.181 0.073-1,-0.097 0.031 1,-0.021 0.005-1,0.004-0.002 1,0.004-0.001 0,0.002-0.001-1,0.000 0.000 1,2.118-2.487-1,2.012-2.024 1,-2.603 3.222-1,0.743-0.871 1,0.591-0.693 0,0.446-0.523-1,0.320-0.375 1,0.214-0.251-1,7.727-7.012-1,2.518-2.486 0,2.751-3.432 4,1.704-2.634 1,0.915-1.924-11,0.349-1.326-1,-0.031-0.847 0,-0.265-0.479-1,-0.389-0.212 0,-0.434-0.029 1,-0.427 0.087 0,-0.388 0.153-1,-1.420 1.225 1,-2.318 2.303 2,-2.534 2.579 0,-2.457 2.536 1,-2.205 2.299 7,-1.867 1.962 8,-1.503 1.590-1,-1.153 1.229-1,-0.842 0.904 0,-0.579 0.628-1,-0.369 0.405 0,-0.208 0.234 1,-0.092 0.109-1,3.476-5.730 2,-0.738 3.771-1,0.645-0.230 24,0.403-0.033 9,0.222 0.090-43,0.093 0.156-1,0.006 0.182 1,-0.046 0.181 0,-0.074 0.165-1,-0.084 0.141 1,-0.842 1.155 0,-0.738 0.901 1,-0.809 0.975 0,-0.785 0.940 0,-0.706 0.841 3,-0.599 0.710 2,-0.483 0.571 0,-0.372 0.438 0,-0.272 0.319-1,1.954-5.186 2,-0.289 0.332 0,0.124 0.225 0,0.878 1.286 0,0.998 1.545 0,0.788 1.218-1,0.500 0.773 1,0.259 0.400 0,0.151-0.351-1,0.199-2.824 1,-3.943 2.909-3,0.034-0.763-1,0.028-0.652 0,0.021-0.528 0,0.015-0.408 0,0.011-0.299 0,0.007-0.207-1,0.004-0.133 1,-0.590 0.795 0,-0.461 0.379 0,-0.526 0.451 1,-0.529 0.463-1,-0.492 0.437 2,0.365-4.797 4,-0.328 1.601 0,0.818 3.497 3,3.078 2.186-4,1.380 3.192 0,-0.158 1.111-4,-0.702-0.961-1,-4.190-5.982 2,-1.719-0.474 1,3.715 0.929-3,1.504 0.700 0,1.383 1.030 0,-0.615 1.465 0,0.029 0.732 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0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8122.769 4553.846 767,'0.000'6.817'0,"0.000"-0.203"0,0.000-0.125 0,0.000-0.006 0,0.000 4.541-10,0.000-4.214 9,0.000 1.568-1,0.000 1.339 0,0.000 2.379 0,0.000 2.240-1,0.000 2.140 0,0.000 1.888-1,0.000 1.569 0,0.000 1.235 0,0.000 3.137-1,0.000 1.333-1,0.000 0.125 1,0.000-0.616 17,0.000-1.009-9,0.000-1.156-9,0.000-1.603 0,0.000-1.729 0,0.000-1.651 1,0.000-1.458 3,0.000-1.211 6,0.000-0.954-1,0.000-1.896 1,0.000-0.352-1,0.000-0.173 0,0.000-0.046-1,0.000 0.039-1,0.000 0.090 1,0.000 1.567-1,0.000 0.373 1,0.000 0.347-1,0.000 0.299-1,0.000 0.244-1,0.000 0.189 0,0.000-1.978 1,0.000-0.478-1,0.000-0.965 0,0.000-1.227 0,0.000-1.322 6,0.000-1.300 4,0.000-0.344-4,0.000-1.339-6,0.000 3.097 2,0.000-2.675 5,0.000 1.510-1,0.000 0.074-4,0.000 0.427 0,0.000 1.658-1,0.000-3.847 0,0.000 0.415 0,0.000 0.199-1,0.000 0.337-1,0.000-0.052 0,0.000-0.122 0,0.000-0.154 0,0.000-0.160 2,0.221-0.413 0,0.347 0.266 0,0.400 0.356 0,0.406 0.389 0,0.379 0.381-1,0.114-0.133 1,-0.064-0.453-1,-0.175-0.624 1,-0.230-0.688-1,0.650 3.916 2,-0.935-1.894 2,-0.562 0.353-1,-0.367 1.589-2,-0.226 1.696 1,-0.018-5.508 0,-0.009 0.113-2,0.000 0.565 0,0.006 0.703 0,0.009 0.768 0,0.010 0.746 0,0.010-0.406 0,0.009-0.626 1,0.007-0.889-1,0.006-0.988 1,0.001 3.188-1,0.010-3.074 3,0.008 1.297 0,-0.002-0.912 1,0.900 2.223 2,0.194-1.660-6,0.448 1.831-1,0.412 1.662 0,0.019 0.155-1,-0.086-0.051 1,-0.193-0.439-1,-0.250-0.655 1,-0.266-0.746 0,-0.258-0.748 2,-0.252-1.112 0,-0.187-0.786 0,0.055 4.093 1,-0.385-2.315 4,-0.190-1.377 1,-0.077-0.579-4,-0.035 3.492-1,0.084-3.038-1,0.012 1.167-1,0.234-0.219 0,0.354 0.214-1,0.408 0.031 1,0.412-0.088 0,0.385-0.159 0,0.118 0.198 0,-0.063 0.412 1,-0.172 0.519-1,-0.229 0.549 0,-0.215 0.991 1,-0.264 0.560 0,-0.238 0.473-1,-0.203 0.381 0,-0.165 0.294 0,-0.126 0.191-1,-0.104-1.008 1,-0.069-1.231 0,-0.044-1.257 0,-0.021-1.159 2,-0.009-0.467 4,-0.001-0.240-1,0.004-0.079-3,-0.027 4.546 0,0.027-1.464 0,0.024-0.365 1,0.018 2.176-1,0.012-4.785-2,0.002 0.608 0,0.250 0.192 0,0.397 0.472 0,0.468 0.049-1,0.482-0.232 2,0.536 0.997 3,-0.020-0.249-3,-0.199-0.239-2,-0.292-0.212 1,-0.375-0.446 1,-0.278 0.139 0,-0.252 0.219 0,-0.214 0.252 0,-0.175 0.252-1,-0.138-0.361 1,-0.094-0.177-1,-0.067-0.256 1,-0.046-0.286-1,-0.028-0.285 1,-0.018 0.836 1,-0.005 0.913 0,0.002 1.108 0,0.007 1.139-3,0.282 0.904 1,0.430 0.118 0,0.480-0.178-1,0.472-0.344 1,0.425-0.416 0,-0.077-1.298 1,-0.098-0.458-1,-0.198-0.416 1,-0.250-0.359-1,-0.194 0.472 4,-0.292-0.128-1,-0.258-0.060 0,-0.214-0.014-1,-0.170 0.016-1,-0.128 0.070-1,-0.093-0.169 1,-0.063-0.199-1,-0.037-0.199 1,-0.012-1.031 1,-0.006-0.258 0,0.000-0.234 0,0.004-0.203 0,0.007-0.167-1,0.008 0.972 0,0.008 0.525 1,0.008 0.201-1,0.007-0.022 3,0.005-0.163-1,0.004 0.089-4,0.004-0.782 0,0.003-0.853 0,0.002 4.132 1,0.003-2.497 5,0.000-1.861-1,0.000 1.145-1,-0.003-0.433 0,-0.001 2.541-2,0.000 0.155-1,0.494-3.499 0,0.763 0.737 0,0.872 0.642 0,0.869 0.531-1,0.799 0.419 0,0.439 0.360 1,-0.244-0.537-1,-0.503-0.734 1,-0.615-0.788-1,0.829 3.429 5,-1.707-2.505 0,-1.171-1.776-1,-0.713 0.958 1,-0.430-0.545-2,-0.013 2.398 1,0.183 1.407-3,0.098-3.769 0,0.014 1.478-1,0.012 0.659 1,0.009 0.086-1,0.007-0.287 0,0.005-0.107 4,0.005-1.233-1,0.006 3.129-4,0.006-2.664 3,-0.002-1.184 2,-0.011 0.791 0,0.000-0.983-2,0.000 1.857-1,0.000 0.735 1,0.000 0.129 0,0.000-0.786-1,0.000-1.690 2,0.000-0.067 1,0.000-0.059 1,0.000 1.998-3,0.000 0.226-1,0.000-1.999 0,0.000 0.244 0,0.000 0.055 0,0.000 1.005 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0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7214.769 5645.846 767,'4.618'4.618'0,"0.621"0.621"0,0.327 0.327 0,-0.059-0.057 0,-0.071-0.073 0,-0.027-0.026 0,-0.002-0.002 0,2.481 3.117-15,-0.196 0.779 8,4.381 5.487 2,4.342 5.438-2,3.960 4.960-1,3.397 4.256-2,2.770 3.470-1,2.153 2.697-1,1.594 1.997-1,1.117 1.398 0,0.729 0.913-1,0.429 0.537 1,0.207 0.260-1,0.053 0.067 0,-2.824-3.725 2,-2.452-3.382 0,-2.796-3.859 2,-2.800-3.868 1,-2.589-3.577 4,-2.257-3.120 20,-1.876-2.592-2,-1.489-2.061-1,-1.133-1.566-1,-0.818-1.133-2,-0.559-0.773 1,-1.007-0.982-2,-1.329-1.152-1,-1.381-1.123 0,-1.309-1.018-2,-1.160-0.873 6,-0.978-0.713 4,1.891 3.734 10,-1.392-1.138-4,-0.565-1.454-8,0.072-0.921-9,3.548-0.548 3,-0.610-1.277-5,-0.300 0.874-1,-3.882 0.823-2,0.129 1.552 1,2.262-0.049 1,-1.043-2.169-1,0.235-0.060 0,0.058-0.113-1,1.467 1.343-1,3.047 2.934 0,-3.371-3.311 1,0.630 0.615-1,-0.014 0.286 1,-0.063 0.410-1,-0.218 0.332 1,-0.302 0.258-1,-0.746-0.822 2,-0.399-0.640 0,-0.394-0.805 1,3.057 2.547-1,-1.082-2.772 4,-0.229 0.896 1,-2.814 1.321-2,-0.297 0.015-2,1.537 2.542-3,-1.427-4.203 1,0.303-0.059 0,0.236-0.161 0,0.060-0.125 1,0.053 0.058-1,0.006 0.105 1,-0.022 0.126-1,-0.039 0.128 1,0.586 0.359 0,0.564 0.441-1,0.261 0.063 1,0.044-0.190 1,-0.100-0.342 0,-0.173-0.617 0,0.115-0.377-3,0.168-0.356 0,0.193-0.321 0,0.197-0.276 2,1.476 2.504 0,-1.390 0.139 1,-0.333 0.844 2,-0.365 0.672 1,-0.357 0.512-6,0.126 0.847-1,-0.227-0.493 0,-0.157-0.738 1,-0.102-0.821-1,-0.576-1.280 4,1.836 3.405 2,-2.086-2.979 0,-1.261-0.146 0,-1.828-0.379 0,-0.604 0.940-1,1.118-0.601 0,4.974-4.035-1,1.450-1.418 0,0.065 3.964-3,-1.117 0.409 0,0.606 1.016 1,-0.078 2.808-2,-1.316-1.378 3,0.250-2.187 3,0.461-7.659-4,-1.757-2.792 0,0.131 0.045 0,0.111 0.343 1,0.034 0.150-1,0.000 0.022 0,-0.005-0.010 0,-0.002-0.008 0,2.485-3.687 0,-2.805 2.568-1,1.158-1.721 1,1.037-1.540-2,0.871-1.293 1,0.692-1.029-1,0.523-0.777 0,0.375-0.557 0,0.251-0.374 0,0.154-0.229 0,0.082-0.122-1,1.790-1.853 1,3.636-4.102-2,4.161-4.691-1,4.162-4.693 0,3.836-4.325-2,3.330-3.754 0,-2.950 3.646 1,-0.884 1.036 0,-1.655 1.906 0,-2.069 2.370 1,-2.217 2.532 0,-1.486 1.831 3,-2.207 2.864 15,-1.949 2.632-2,-1.650 2.302 0,-1.341 1.930-1,-0.612 0.917 0,-0.571 0.676 0,-0.723 0.721-1,-0.778 0.705 7,-0.764 0.649-1,-0.706 0.570-18,0.016-0.097 1,-0.322 0.499 0,-0.169 0.420-1,-0.060 0.338 4,0.174 0.301 3,-0.146 0.758-1,-0.159 0.781 1,-0.155 0.733 0,-0.139 0.645-2,0.048 0.132-1,0.060-0.131 1,0.102-0.314 0,0.119-0.402-1,-0.315-0.225 0,-0.021-0.563 1,-0.042-0.566-1,-0.053-0.528 0,-0.056-0.464-1,-0.747 0.694 0,-0.310 0.304 0,-0.344 0.450 0,-0.345 0.519 0,-0.323 0.533 0,0.245-0.329 3,0.015-0.159 1,0.111-0.341-1,0.163-0.434-2,0.186-0.460-1,-0.440 0.285 1,-0.470 0.249-1,-0.591 0.397 1,-0.631 0.466-1,2.304-5.101 3,-1.893 5.123 0,0.280 0.054 1,0.146 0.205-2,0.049 0.292 0,-0.021-0.066-1,-0.064-0.301-2,-0.091-0.440 0,-0.103-0.505 0,-0.104-0.518 2,0.473-0.947-1,0.126 0.381 1,0.166 0.640 0,0.178 0.753-1,0.172 0.764 1,0.154 0.711 0,0.703-0.109 1,0.623-0.310-1,0.650-0.538 0,0.611-0.630-1,0.535-0.632 1,-0.546 0.067-1,-0.798 0.156 0,-1.024 0.319 0,-1.083 0.394 1,1.672-3.407 3,-1.303 1.644 1,-0.457 1.307-1,0.850-0.073-2,0.729 0.044 0,-0.798-0.264 0,-1.268-1.577 0,-1.216-1.140-2,0.116 0.231 0,0.827 0.678 0,2.105-0.809 1,1.080 0.686 0,0.895 0.241 0,-3.182 3.838 1,0.409-0.303-2,0.361-0.292 0,0.162-0.117 0,-0.064 0.086 0,-0.167 0.175 0,-0.218 0.216 0,-0.611 0.481 1,2.966-3.625 2,-1.726 0.831-1,-1.312 0.568-1,-0.834 0.326-1,-0.185 0.174 1,0.733 1.410 0,3.264 1.073 4,-0.697 2.589-1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13306.769 4768.846 767,'0.000'7.480'0,"0.000"-0.691"0,0.000 0.173 0,0.000-0.103 0,0.000-0.069 0,0.000-0.017 0,0.000 0.001 0,0.000 0.003 0,0.000-0.212-18,0.000 6.214 16,0.000-4.166 1,0.000 1.221-1,0.000 0.987 0,0.000 0.760 0,0.000 0.555 0,0.000 0.384 0,0.000 0.245 0,0.237 0.712-1,0.360 0.399 1,0.401 0.371 0,0.392 0.321 1,0.350 0.262 1,0.294 0.203 0,-0.262-2.215 0,-0.122-0.443 1,-0.191-0.506-1,-0.225-0.512 0,-0.231-0.481 1,-0.168 1.019 2,-0.230 0.292 1,-0.192 0.451-1,-0.153 0.513-3,-0.115 0.495 0,-0.090-0.604 0,-0.060-0.836 0,-0.035-0.902 0,0.182-2.175 1,0.295-0.026 1,0.357 0.176-1,0.376 0.299 0,0.366 0.364-2,0.310 0.991 1,-0.023-0.154-1,-0.148-0.321 1,-0.219-0.405-1,-0.279-1.097 1,-0.231-0.941 2,-0.216-0.993-1,-0.190-0.958 0,0.084 3.570 2,-0.411-2.605 0,-0.250 1.731 1,-0.091-2.327-1,0.007 0.258-1,1.349-0.597-2,0.705 1.724 0,0.288 0.949-2,0.003 0.390 1,-0.175 0.008-1,-0.331 0.929 0,-0.287 0.924-1,-0.289 0.626-1,-0.269 0.391 10,-0.264-0.865-6,-0.176-0.266-3,-0.145-0.384 0,-0.113-0.438 0,-0.087-0.446 1,-0.063-0.422 2,-0.052 0.374 0,-0.032-0.938 0,-0.015-0.960-1,-0.003-0.897 1,0.732 4.714 8,1.591-0.713-3,1.516 1.450-5,-1.813-4.108 0,-0.229 1.415 0,-0.291 1.362-2,-0.380-0.544 0,-0.238 0.094 0,-0.211-0.140 0,-0.180-0.279 1,-0.146-0.808 0,-0.113-1.086 2,-0.084-1.185-1,-0.083 3.583 1,-0.098-3.652 2,-0.067-0.733 0,0.024 0.733 1,0.129-0.824-1,0.025 1.614 1,0.000-1.105-5,-0.003 0.318 0,-0.003 0.088 0,0.000-0.468 0,0.000-0.268 1,0.000-0.087 2,0.000-0.064-1,0.000 1.621-2,0.000 0.296 1,0.000-1.502 1,0.000-0.204-1,0.000 1.173 0,0.000-0.878 0,0.000-0.217 0,0.000-0.215 0,0.000 0.442 0,0.000-0.440 0,1.097 0.170 1,5.267-3.991-1,0.134-2.262 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12783.769 5368.846 767,'6.694'0.000'0,"-0.157"0.000"0,-0.132 0.000 0,-0.027 0.000 0,1.371 3.845-10,-1.890 0.777 8,1.967 1.833-1,1.772 1.653 0,1.503 1.400-1,1.208 1.125 0,0.923 0.860-1,0.671 0.625 0,0.458 0.427 1,0.289 0.269-2,0.161 0.150 1,0.068 0.064 0,0.007 0.006 0,-0.031-0.030 0,-0.053-0.049 0,-0.061-0.057 0,-1.045-1.070 0,-0.643-0.802 0,-0.701-0.886 1,-0.682-0.869 0,-0.616-0.788 8,-0.524-0.675 1,-0.427-0.550 0,-0.331-0.429 0,-0.244-0.318-1,-0.172-0.224 0,-1.224-0.825 0,-0.756-0.453 0,-0.828-0.468-1,-0.819-0.445-1,-0.756-0.400 2,3.243 3.110 13,-2.992-0.428-4,-2.715-0.301-8,0.882 1.598-1,0.907-2.950-3,1.768-0.229-2,2.440 1.525 1,-3.028-1.767 0,0.795 0.909-2,0.719 0.869 0,2.039 1.779 0,0.835 0.538 0,0.650 0.271-1,0.480 0.086 1,-1.896-1.744 0,-0.245-0.460 1,-0.329-0.526 0,-0.365-0.538 0,-0.367-0.512 0,-0.544-0.263 3,-0.629-0.080-1,-0.646 0.047 0,-0.617 0.129 0,-0.561 0.176 1,-0.524 0.211-1,-0.771-0.148 0,1.348 4.264 1,-1.227-0.476 1,4.141-0.218 0,-1.732-4.478-4,0.361-0.276 1,0.201-0.062-1,-0.086-0.039 0,-0.257-0.021 0,-0.362 0.012 1,-0.399 0.031 1,-0.390 0.041-1,-0.353 0.043 0,3.209 3.074 2,-2.938-2.320-2,-0.020-1.216 1,1.167-3.886 1,0.466 0.526-1,0.719 0.000-1,-0.843 0.000 0,0.521 0.000 0,-0.612-4.225-1,-1.979-0.934-1,0.857-2.133 0,0.792-1.976 0,0.691-1.724-1,0.573-1.432 0,0.455-1.137-1,0.345-0.864 0,-0.242 0.695 1,-0.299 1.098-1,-0.425 1.475 1,-0.476 1.608 1,-0.473 1.574-1,-0.436 1.437 6,-0.380 1.244 1,1.064-1.627 0,2.271-3.666 1,2.766-4.612-8,2.900-4.918-2,2.792-4.785-1,0.087-0.859 0,-0.341-0.237 0,-1.086 0.889 0,-1.516 1.586 1,-1.710 1.953 0,2.661-1.704 0,0.329 1.146 10,-0.485 1.686 5,-0.970 1.907 1,-1.209 1.908-2,-0.104 0.628-9,-1.304 2.141-5,-1.127 1.860 1,-0.921 1.524 5,-2.541 2.625 5,-1.092 0.711-2,-1.098 0.535 1,-1.032 0.383-1,-0.925 0.257 0,-0.608 0.344-2,1.340-4.476 2,-0.172 1.420 0,1.175 1.145-1,2.124 0.824-2,2.747 0.001-1,-4.116 3.271 0,-0.172 0.115-1,4.234-3.044 1,-2.118 1.066-1,-1.577 0.869 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2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16491.769 4737.846 767,'0.000'6.163'0,"0.000"-0.136"0,0.000 0.619 0,0.000-0.005 0,0.369 3.936-10,0.084-2.248 8,0.188 3.170-1,0.174 2.942-1,0.152 2.572-1,0.127 2.142 1,0.100 1.706-2,0.078 1.299 0,0.055 0.943 1,0.039 0.645-2,-0.035 0.300 1,-0.162-1.451 0,-0.197-1.853 1,-0.201-1.950 0,-0.189-1.849 6,-0.164-1.635 4,-0.137-1.367 0,0.094-0.958-1,0.219-1.171 0,0.279-0.970 0,0.293-0.764 0,0.275-0.571-2,0.242-0.405 1,0.199-0.268 0,-0.137-0.955 0,-0.158-0.578-1,-0.225-0.588 0,-0.248-0.548 0,0.410 4.806 2,-0.756-1.460 0,-0.488-1.763-1,-0.264-1.558 0,-0.162 1.208 0,0.002 0.321-1,0.082-1.583-2,0.025 0.707-1,0.553-0.490 1,2.289 0.070 1,3.619-2.170 1,-2.867 1.315 1,-2.281 1.072-3,-0.654 2.381-2,-0.416 2.179 0,-0.193-4.854 0,-0.035 0.411 1,-0.016-0.166 0,-0.010 0.413 1,-0.004 0.413-1,0.002 0.387 0,0.004 0.346 0,0.002 0.492 0,0.008-0.665 0,0.008-0.903 0,0.006-0.988 0,-0.006 3.261 0,0.018-3.063 4,0.012-0.166-1,0.006 1.275 0,-0.002-0.393-1,-0.002 4.667 1,-0.002-2.918-2,0.000 2.025-2,0.199 1.010 0,0.320 0.941-1,0.383 0.609 0,0.398 0.349 0,0.385 0.153 0,0.414 1.073 1,-0.047-1.407 0,-0.191-1.717 1,-0.268-1.774-1,-0.295-1.668 1,-0.281-1.357 4,0.260 3.787 8,-0.740-3.089-5,-0.395 0.851 0,-0.293 0.284-5,0.018 0.092-1,0.029-0.204 0,0.039-1.177-1,0.021 1.251-1,0.088 0.012 3,0.662-1.497 2,1.953-1.302-4,2.000-1.762 1,-0.049 0.130-1,-1.439 2.833-1,0.162 3.040 0,-1.363-3.774 1,0.150 0.674-1,0.115 0.512 1,0.082 0.368-1,0.057 0.250 0,0.035 0.155 1,0.020 0.083-1,0.006 0.034 0,-0.305-0.951 1,-0.289-0.824-1,-0.328-0.935 1,0.566 3.118-1,-1.025-2.929 9,-0.641 1.428 3,-0.621-0.836-8,0.014 2.622-2,0.117-2.072-1,0.037 0.414 1,0.025-0.053 0,0.012-0.998-1,0.008 1.190 2,0.000-1.690 2,0.000 0.183-1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12-18T18:08:2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16168.769 5429.846 767,'4.451'4.749'0,"-0.115"-0.125"0,-0.053-0.054 0,1.031 2.326-8,0.080 0.358 6,2.072 2.831-2,1.922 2.626 0,1.680 2.297-1,1.400 1.912 0,1.113 1.523-2,0.850 1.160 1,0.615 0.841-1,0.422 0.576 0,-0.734-1.010 1,-0.955-1.318 0,-1.203-1.658 0,-1.271-1.754 1,-1.223-1.686 0,-1.104-1.519 12,-0.941-1.300-2,-0.773-1.063 0,-0.314-0.555-1,-0.787-1.236 0,-0.678-1.102 0,-0.553-0.926 0,-0.430-0.739 0,-0.314-0.562 0,3.604 3.505 4,-0.047-3.479-2,1.717-0.100 1,2.037 0.780-3,1.586 0.827-1,1.178 0.793-7,0.828 0.709-1,0.545 0.603 0,0.324 0.488 0,-0.406 1.118 0,-1.654-0.287 0,-1.980-0.963 1,-2.020-1.303 0,-1.877-1.407 10,-1.635-1.355 3,-1.352-1.211 2,1.926 1.074-13,-2.006-0.983 7,2.426 2.854 3,1.109 0.303-3,0.893-0.734-6,-0.275-1.676-2,-0.688-1.666 1,-0.965-1.384 1,-1.018-1.511-1,-2.809-4.917 3,-0.971-0.431 0,0.311 0.041 0,-0.016-0.003 0,0.000 0.001 0,0.201-2.042-2,-0.320 0.298-1,1.008-2.720 0,0.898-2.424-2,0.750-2.028 1,0.596-1.606-1,0.447-1.208-1,0.318-0.859 0,0.211-0.572 0,0.129-0.347 1,0.066-0.181-1,0.023-0.064 0,-0.586 1.984 0,-0.158 1.065 1,-0.170 1.190 0,-0.164 1.175 0,-0.148 1.072 5,-0.125 0.923 1,-0.102 0.756 0,-0.080 0.593 0,-0.059 0.442 0,-0.041 0.314 0,-0.025 0.208 0,0.244-0.409 0,-0.242 0.329-1,-0.275 0.331 1,-0.273 0.302 0,-0.244 0.257-1,-0.205 0.208 1,-0.164 0.158-1,-0.123 0.115 1,-0.090 0.078-1,-0.059 0.049 0,-0.037 0.027 1,-0.318 0.046-1,0.068 0.117 0,0.098 0.576 0,0.105 0.822 5,0.105 0.915 5,0.098 0.903-1,0.082 0.827-11,4.584-2.085-2,-0.045 1.767 1,-2.002 0.752 0,-1.326-1.636 7,-3.844-2.087 2,-2.145-0.150-4,-0.102-0.429-2,0.322 1.481-1,0.117-0.083 0,0.049-0.329 0,0.209 0.859 0,1.230-4.125-1,-0.143 4.157 1,0.371-0.354-1,0.209-0.618-1,-0.047-0.282 0,-0.166-0.216 0,-0.230-0.158 0,-0.174-0.310 2,-0.291 0.702 0,-0.260 0.859-1,0.090-3.816 1,-0.543 2.805 2,-0.303-1.718 0,-0.066 2.030-1,0.260-0.849 0,1.520 1.295-1,4.297 0.089 3,0.129 0.291-3,0.686-2.621-2,-0.045-0.250 1,-0.129 0.600-1,-1.225 1.084 2,-1.672 0.560-1,-1.508 0.313 4,-1.053-0.076-1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封面页">
    <p:bg>
      <p:bgPr>
        <a:noFill/>
        <a:effectLst/>
      </p:bgPr>
    </p:bg>
    <p:spTree>
      <p:nvGrpSpPr>
        <p:cNvPr id="1" name=""/>
        <p:cNvGrpSpPr/>
        <p:nvPr/>
      </p:nvGrpSpPr>
      <p:grpSpPr>
        <a:xfrm>
          <a:off x="0" y="0"/>
          <a:ext cx="0" cy="0"/>
          <a:chOff x="0" y="0"/>
          <a:chExt cx="0" cy="0"/>
        </a:xfrm>
      </p:grpSpPr>
      <p:sp>
        <p:nvSpPr>
          <p:cNvPr id="196" name="Text Placeholder 195"/>
          <p:cNvSpPr>
            <a:spLocks noGrp="1"/>
          </p:cNvSpPr>
          <p:nvPr>
            <p:ph type="body" idx="17827585" hasCustomPrompt="1"/>
            <p:custDataLst>
              <p:tags r:id="rId2"/>
            </p:custDataLst>
          </p:nvPr>
        </p:nvSpPr>
        <p:spPr>
          <a:xfrm>
            <a:off x="1016000" y="1651000"/>
            <a:ext cx="6097058" cy="4572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solidFill>
              </a:defRPr>
            </a:lvl1pPr>
          </a:lstStyle>
          <a:p>
            <a:pPr lvl="0"/>
            <a:r>
              <a:rPr lang="zh-CN" altLang="en-US" smtClean="0"/>
              <a:t>20XX YEAR</a:t>
            </a:r>
            <a:endParaRPr lang="zh-CN" altLang="en-US" smtClean="0"/>
          </a:p>
        </p:txBody>
      </p:sp>
      <p:sp>
        <p:nvSpPr>
          <p:cNvPr id="197" name="Title 196"/>
          <p:cNvSpPr>
            <a:spLocks noGrp="1"/>
          </p:cNvSpPr>
          <p:nvPr>
            <p:ph type="ctrTitle" idx="17826049" hasCustomPrompt="1"/>
            <p:custDataLst>
              <p:tags r:id="rId3"/>
            </p:custDataLst>
          </p:nvPr>
        </p:nvSpPr>
        <p:spPr>
          <a:xfrm>
            <a:off x="1016000" y="2159000"/>
            <a:ext cx="6352646" cy="2540000"/>
          </a:xfrm>
          <a:noFill/>
        </p:spPr>
        <p:txBody>
          <a:bodyPr lIns="0" tIns="46990" rIns="0" bIns="46990" anchor="t">
            <a:normAutofit/>
          </a:bodyPr>
          <a:lstStyle>
            <a:lvl1pPr marL="0" indent="0" algn="l">
              <a:spcBef>
                <a:spcPct val="0"/>
              </a:spcBef>
              <a:spcAft>
                <a:spcPct val="0"/>
              </a:spcAft>
              <a:buNone/>
              <a:defRPr sz="6000" b="1" spc="0">
                <a:solidFill>
                  <a:schemeClr val="accent1"/>
                </a:solidFill>
              </a:defRPr>
            </a:lvl1pPr>
          </a:lstStyle>
          <a:p>
            <a:r>
              <a:rPr lang="zh-CN" altLang="en-US"/>
              <a:t>单击此处
添加文档标题</a:t>
            </a:r>
            <a:endParaRPr lang="zh-CN" altLang="en-US"/>
          </a:p>
        </p:txBody>
      </p:sp>
      <p:sp>
        <p:nvSpPr>
          <p:cNvPr id="198" name="Text Placeholder 197"/>
          <p:cNvSpPr>
            <a:spLocks noGrp="1"/>
          </p:cNvSpPr>
          <p:nvPr>
            <p:ph type="body" idx="18875650" hasCustomPrompt="1"/>
            <p:custDataLst>
              <p:tags r:id="rId4"/>
            </p:custDataLst>
          </p:nvPr>
        </p:nvSpPr>
        <p:spPr>
          <a:xfrm>
            <a:off x="1016000" y="4749800"/>
            <a:ext cx="2540882" cy="533400"/>
          </a:xfrm>
          <a:noFill/>
        </p:spPr>
        <p:txBody>
          <a:bodyPr lIns="0" tIns="0" rIns="0" bIns="0" anchor="ctr">
            <a:normAutofit/>
          </a:bodyPr>
          <a:lstStyle>
            <a:lvl1pPr marL="0" indent="0" algn="l">
              <a:lnSpc>
                <a:spcPct val="150000"/>
              </a:lnSpc>
              <a:spcBef>
                <a:spcPct val="0"/>
              </a:spcBef>
              <a:spcAft>
                <a:spcPct val="0"/>
              </a:spcAft>
              <a:buNone/>
              <a:defRPr sz="2000" b="0" spc="0">
                <a:solidFill>
                  <a:schemeClr val="tx1"/>
                </a:solidFill>
              </a:defRPr>
            </a:lvl1pPr>
          </a:lstStyle>
          <a:p>
            <a:pPr lvl="0"/>
            <a:r>
              <a:rPr lang="zh-CN" altLang="en-US" smtClean="0"/>
              <a:t>BY WPS</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noFill/>
        <a:effectLst/>
      </p:bgPr>
    </p:bg>
    <p:spTree>
      <p:nvGrpSpPr>
        <p:cNvPr id="1" name=""/>
        <p:cNvGrpSpPr/>
        <p:nvPr/>
      </p:nvGrpSpPr>
      <p:grpSpPr>
        <a:xfrm>
          <a:off x="0" y="0"/>
          <a:ext cx="0" cy="0"/>
          <a:chOff x="0" y="0"/>
          <a:chExt cx="0" cy="0"/>
        </a:xfrm>
      </p:grpSpPr>
      <p:sp>
        <p:nvSpPr>
          <p:cNvPr id="16" name="内容占位符 15"/>
          <p:cNvSpPr>
            <a:spLocks noGrp="1"/>
          </p:cNvSpPr>
          <p:nvPr>
            <p:ph idx="1"/>
            <p:custDataLst>
              <p:tags r:id="rId2"/>
            </p:custDataLst>
          </p:nvPr>
        </p:nvSpPr>
        <p:spPr>
          <a:xfrm>
            <a:off x="695960" y="1301749"/>
            <a:ext cx="10800000" cy="4873625"/>
          </a:xfrm>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21" name="日期占位符 20"/>
          <p:cNvSpPr>
            <a:spLocks noGrp="1"/>
          </p:cNvSpPr>
          <p:nvPr>
            <p:ph type="dt" sz="half" idx="10"/>
            <p:custDataLst>
              <p:tags r:id="rId3"/>
            </p:custDataLst>
          </p:nvPr>
        </p:nvSpPr>
        <p:spPr/>
        <p:txBody>
          <a:bodyPr/>
          <a:p>
            <a:fld id="{760FBDFE-C587-4B4C-A407-44438C67B59E}" type="datetimeFigureOut">
              <a:rPr lang="zh-CN" altLang="en-US" smtClean="0"/>
            </a:fld>
            <a:endParaRPr lang="zh-CN" altLang="en-US"/>
          </a:p>
        </p:txBody>
      </p:sp>
      <p:sp>
        <p:nvSpPr>
          <p:cNvPr id="25" name="页脚占位符 24"/>
          <p:cNvSpPr>
            <a:spLocks noGrp="1"/>
          </p:cNvSpPr>
          <p:nvPr>
            <p:ph type="ftr" sz="quarter" idx="11"/>
            <p:custDataLst>
              <p:tags r:id="rId4"/>
            </p:custDataLst>
          </p:nvPr>
        </p:nvSpPr>
        <p:spPr/>
        <p:txBody>
          <a:bodyPr/>
          <a:p>
            <a:endParaRPr lang="zh-CN" altLang="en-US"/>
          </a:p>
        </p:txBody>
      </p:sp>
      <p:sp>
        <p:nvSpPr>
          <p:cNvPr id="29" name="灯片编号占位符 28"/>
          <p:cNvSpPr>
            <a:spLocks noGrp="1"/>
          </p:cNvSpPr>
          <p:nvPr>
            <p:ph type="sldNum" sz="quarter" idx="12"/>
            <p:custDataLst>
              <p:tags r:id="rId5"/>
            </p:custDataLst>
          </p:nvPr>
        </p:nvSpPr>
        <p:spPr/>
        <p:txBody>
          <a:bodyPr/>
          <a:p>
            <a:fld id="{49AE70B2-8BF9-45C0-BB95-33D1B9D3A854}" type="slidenum">
              <a:rPr lang="zh-CN" altLang="en-US" smtClean="0"/>
            </a:fld>
            <a:endParaRPr lang="zh-CN" altLang="en-US"/>
          </a:p>
        </p:txBody>
      </p:sp>
      <p:sp>
        <p:nvSpPr>
          <p:cNvPr id="30"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showMasterSp="0">
  <p:cSld name="目录">
    <p:bg>
      <p:bgPr>
        <a:noFill/>
        <a:effectLst/>
      </p:bgPr>
    </p:bg>
    <p:spTree>
      <p:nvGrpSpPr>
        <p:cNvPr id="1" name=""/>
        <p:cNvGrpSpPr/>
        <p:nvPr/>
      </p:nvGrpSpPr>
      <p:grpSpPr>
        <a:xfrm>
          <a:off x="0" y="0"/>
          <a:ext cx="0" cy="0"/>
          <a:chOff x="0" y="0"/>
          <a:chExt cx="0" cy="0"/>
        </a:xfrm>
      </p:grpSpPr>
      <p:sp>
        <p:nvSpPr>
          <p:cNvPr id="10" name="标题 1"/>
          <p:cNvSpPr>
            <a:spLocks noGrp="1"/>
          </p:cNvSpPr>
          <p:nvPr>
            <p:ph type="title" hasCustomPrompt="1"/>
            <p:custDataLst>
              <p:tags r:id="rId2"/>
            </p:custDataLst>
          </p:nvPr>
        </p:nvSpPr>
        <p:spPr>
          <a:xfrm>
            <a:off x="5132387" y="811262"/>
            <a:ext cx="1977755" cy="1081088"/>
          </a:xfrm>
        </p:spPr>
        <p:txBody>
          <a:bodyPr wrap="square" anchor="b">
            <a:normAutofit/>
          </a:bodyPr>
          <a:lstStyle>
            <a:lvl1pPr algn="ctr">
              <a:defRPr kumimoji="0" lang="zh-CN" altLang="en-US" sz="6000" b="1" i="0" u="none" strike="noStrike" kern="1200" cap="none" spc="0" normalizeH="0" baseline="0" noProof="1">
                <a:ln>
                  <a:noFill/>
                </a:ln>
                <a:solidFill>
                  <a:schemeClr val="accent1"/>
                </a:solidFill>
                <a:effectLst/>
                <a:uLnTx/>
                <a:uFillTx/>
                <a:latin typeface="+mj-lt"/>
                <a:ea typeface="+mj-ea"/>
                <a:cs typeface="+mn-cs"/>
                <a:sym typeface="宋体" panose="02010600030101010101" pitchFamily="2" charset="-122"/>
              </a:defRPr>
            </a:lvl1pPr>
          </a:lstStyle>
          <a:p>
            <a:r>
              <a:rPr lang="zh-CN" altLang="en-US" dirty="0"/>
              <a:t>标题</a:t>
            </a:r>
            <a:endParaRPr lang="zh-CN" altLang="en-US" dirty="0"/>
          </a:p>
        </p:txBody>
      </p:sp>
      <p:sp>
        <p:nvSpPr>
          <p:cNvPr id="6"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5"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章节页">
    <p:bg>
      <p:bgPr>
        <a:noFill/>
        <a:effectLst/>
      </p:bgPr>
    </p:bg>
    <p:spTree>
      <p:nvGrpSpPr>
        <p:cNvPr id="1" name=""/>
        <p:cNvGrpSpPr/>
        <p:nvPr/>
      </p:nvGrpSpPr>
      <p:grpSpPr>
        <a:xfrm>
          <a:off x="0" y="0"/>
          <a:ext cx="0" cy="0"/>
          <a:chOff x="0" y="0"/>
          <a:chExt cx="0" cy="0"/>
        </a:xfrm>
      </p:grpSpPr>
      <p:sp>
        <p:nvSpPr>
          <p:cNvPr id="10" name="Title 9"/>
          <p:cNvSpPr>
            <a:spLocks noGrp="1"/>
          </p:cNvSpPr>
          <p:nvPr>
            <p:ph type="ctrTitle" idx="17826049" hasCustomPrompt="1"/>
            <p:custDataLst>
              <p:tags r:id="rId2"/>
            </p:custDataLst>
          </p:nvPr>
        </p:nvSpPr>
        <p:spPr>
          <a:xfrm>
            <a:off x="4823883" y="3530600"/>
            <a:ext cx="6352117" cy="1524000"/>
          </a:xfrm>
          <a:noFill/>
        </p:spPr>
        <p:txBody>
          <a:bodyPr lIns="0" tIns="0" rIns="0" bIns="0" anchor="t">
            <a:normAutofit/>
          </a:bodyPr>
          <a:lstStyle>
            <a:lvl1pPr marL="0" indent="0" algn="r">
              <a:spcBef>
                <a:spcPct val="0"/>
              </a:spcBef>
              <a:spcAft>
                <a:spcPct val="0"/>
              </a:spcAft>
              <a:buNone/>
              <a:defRPr sz="4800" b="0" spc="0">
                <a:solidFill>
                  <a:schemeClr val="accent1"/>
                </a:solidFill>
              </a:defRPr>
            </a:lvl1pPr>
          </a:lstStyle>
          <a:p>
            <a:r>
              <a:rPr lang="zh-CN" altLang="en-US"/>
              <a:t>单击此处添加章节标题</a:t>
            </a:r>
            <a:endParaRPr lang="zh-CN" altLang="en-US"/>
          </a:p>
        </p:txBody>
      </p:sp>
      <p:sp>
        <p:nvSpPr>
          <p:cNvPr id="11" name="Text Placeholder 10"/>
          <p:cNvSpPr>
            <a:spLocks noGrp="1"/>
          </p:cNvSpPr>
          <p:nvPr>
            <p:ph type="body" idx="17826561" hasCustomPrompt="1"/>
            <p:custDataLst>
              <p:tags r:id="rId3"/>
            </p:custDataLst>
          </p:nvPr>
        </p:nvSpPr>
        <p:spPr>
          <a:xfrm>
            <a:off x="9648825" y="1905000"/>
            <a:ext cx="1527175" cy="1524000"/>
          </a:xfrm>
          <a:noFill/>
        </p:spPr>
        <p:txBody>
          <a:bodyPr lIns="0" tIns="0" rIns="0" bIns="0" anchor="ctr">
            <a:normAutofit/>
          </a:bodyPr>
          <a:lstStyle>
            <a:lvl1pPr marL="0" indent="0" algn="r">
              <a:lnSpc>
                <a:spcPct val="109000"/>
              </a:lnSpc>
              <a:spcBef>
                <a:spcPct val="0"/>
              </a:spcBef>
              <a:spcAft>
                <a:spcPct val="0"/>
              </a:spcAft>
              <a:buNone/>
              <a:defRPr sz="7200" b="1" spc="0">
                <a:solidFill>
                  <a:schemeClr val="accent1"/>
                </a:solidFill>
              </a:defRPr>
            </a:lvl1pPr>
          </a:lstStyle>
          <a:p>
            <a:pPr lvl="0"/>
            <a:r>
              <a:rPr lang="zh-CN" altLang="en-US" smtClean="0"/>
              <a:t>01</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结束页-1_3">
    <p:bg>
      <p:bgPr>
        <a:noFill/>
        <a:effectLst/>
      </p:bgPr>
    </p:bg>
    <p:spTree>
      <p:nvGrpSpPr>
        <p:cNvPr id="1" name=""/>
        <p:cNvGrpSpPr/>
        <p:nvPr/>
      </p:nvGrpSpPr>
      <p:grpSpPr>
        <a:xfrm>
          <a:off x="0" y="0"/>
          <a:ext cx="0" cy="0"/>
          <a:chOff x="0" y="0"/>
          <a:chExt cx="0" cy="0"/>
        </a:xfrm>
      </p:grpSpPr>
      <p:sp>
        <p:nvSpPr>
          <p:cNvPr id="12" name="Subtitle 11"/>
          <p:cNvSpPr>
            <a:spLocks noGrp="1"/>
          </p:cNvSpPr>
          <p:nvPr>
            <p:ph type="subTitle" idx="17826305" hasCustomPrompt="1"/>
            <p:custDataLst>
              <p:tags r:id="rId2"/>
            </p:custDataLst>
          </p:nvPr>
        </p:nvSpPr>
        <p:spPr>
          <a:xfrm>
            <a:off x="1016000" y="2667000"/>
            <a:ext cx="5449358" cy="4572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13" name="Title 12"/>
          <p:cNvSpPr>
            <a:spLocks noGrp="1"/>
          </p:cNvSpPr>
          <p:nvPr>
            <p:ph type="ctrTitle" idx="17826049" hasCustomPrompt="1"/>
            <p:custDataLst>
              <p:tags r:id="rId3"/>
            </p:custDataLst>
          </p:nvPr>
        </p:nvSpPr>
        <p:spPr>
          <a:xfrm>
            <a:off x="1016000" y="3175000"/>
            <a:ext cx="5451122" cy="1016000"/>
          </a:xfrm>
          <a:noFill/>
        </p:spPr>
        <p:txBody>
          <a:bodyPr lIns="0" tIns="0" rIns="0" bIns="0" anchor="t">
            <a:normAutofit/>
          </a:bodyPr>
          <a:lstStyle>
            <a:lvl1pPr marL="0" indent="0" algn="l">
              <a:spcBef>
                <a:spcPct val="0"/>
              </a:spcBef>
              <a:spcAft>
                <a:spcPct val="0"/>
              </a:spcAft>
              <a:buNone/>
              <a:defRPr sz="6400" b="1" spc="0">
                <a:solidFill>
                  <a:schemeClr val="accent1"/>
                </a:solidFill>
              </a:defRPr>
            </a:lvl1pPr>
          </a:lstStyle>
          <a:p>
            <a:r>
              <a:rPr lang="zh-CN" altLang="en-US"/>
              <a:t>谢谢观看</a:t>
            </a: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custDataLst>
              <p:tags r:id="rId12"/>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13"/>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14"/>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u="none" kern="1200" spc="0">
          <a:solidFill>
            <a:schemeClr val="accent1"/>
          </a:solidFill>
          <a:effectLst/>
          <a:uFill>
            <a:solidFill>
              <a:srgbClr val="404054"/>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54.xml"/><Relationship Id="rId2" Type="http://schemas.openxmlformats.org/officeDocument/2006/relationships/image" Target="../media/image1.png"/><Relationship Id="rId1" Type="http://schemas.openxmlformats.org/officeDocument/2006/relationships/tags" Target="../tags/tag53.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56.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55.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9.xml"/><Relationship Id="rId6" Type="http://schemas.openxmlformats.org/officeDocument/2006/relationships/tags" Target="../tags/tag58.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tags" Target="../tags/tag57.xml"/></Relationships>
</file>

<file path=ppt/slides/_rels/slide4.xml.rels><?xml version="1.0" encoding="UTF-8" standalone="yes"?>
<Relationships xmlns="http://schemas.openxmlformats.org/package/2006/relationships"><Relationship Id="rId9" Type="http://schemas.openxmlformats.org/officeDocument/2006/relationships/customXml" Target="../ink/ink2.xml"/><Relationship Id="rId8" Type="http://schemas.openxmlformats.org/officeDocument/2006/relationships/image" Target="../media/image11.png"/><Relationship Id="rId7" Type="http://schemas.openxmlformats.org/officeDocument/2006/relationships/customXml" Target="../ink/ink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2" Type="http://schemas.openxmlformats.org/officeDocument/2006/relationships/slideLayout" Target="../slideLayouts/slideLayout19.xml"/><Relationship Id="rId31" Type="http://schemas.openxmlformats.org/officeDocument/2006/relationships/tags" Target="../tags/tag60.xml"/><Relationship Id="rId30" Type="http://schemas.openxmlformats.org/officeDocument/2006/relationships/image" Target="../media/image22.png"/><Relationship Id="rId3" Type="http://schemas.openxmlformats.org/officeDocument/2006/relationships/image" Target="../media/image7.png"/><Relationship Id="rId29" Type="http://schemas.openxmlformats.org/officeDocument/2006/relationships/customXml" Target="../ink/ink12.xml"/><Relationship Id="rId28" Type="http://schemas.openxmlformats.org/officeDocument/2006/relationships/image" Target="../media/image21.png"/><Relationship Id="rId27" Type="http://schemas.openxmlformats.org/officeDocument/2006/relationships/customXml" Target="../ink/ink11.xml"/><Relationship Id="rId26" Type="http://schemas.openxmlformats.org/officeDocument/2006/relationships/image" Target="../media/image20.png"/><Relationship Id="rId25" Type="http://schemas.openxmlformats.org/officeDocument/2006/relationships/customXml" Target="../ink/ink10.xml"/><Relationship Id="rId24" Type="http://schemas.openxmlformats.org/officeDocument/2006/relationships/image" Target="../media/image19.png"/><Relationship Id="rId23" Type="http://schemas.openxmlformats.org/officeDocument/2006/relationships/customXml" Target="../ink/ink9.xml"/><Relationship Id="rId22" Type="http://schemas.openxmlformats.org/officeDocument/2006/relationships/image" Target="../media/image18.png"/><Relationship Id="rId21" Type="http://schemas.openxmlformats.org/officeDocument/2006/relationships/customXml" Target="../ink/ink8.xml"/><Relationship Id="rId20" Type="http://schemas.openxmlformats.org/officeDocument/2006/relationships/image" Target="../media/image17.png"/><Relationship Id="rId2" Type="http://schemas.openxmlformats.org/officeDocument/2006/relationships/image" Target="../media/image1.png"/><Relationship Id="rId19" Type="http://schemas.openxmlformats.org/officeDocument/2006/relationships/customXml" Target="../ink/ink7.xml"/><Relationship Id="rId18" Type="http://schemas.openxmlformats.org/officeDocument/2006/relationships/image" Target="../media/image16.png"/><Relationship Id="rId17" Type="http://schemas.openxmlformats.org/officeDocument/2006/relationships/customXml" Target="../ink/ink6.xml"/><Relationship Id="rId16" Type="http://schemas.openxmlformats.org/officeDocument/2006/relationships/image" Target="../media/image15.png"/><Relationship Id="rId15" Type="http://schemas.openxmlformats.org/officeDocument/2006/relationships/customXml" Target="../ink/ink5.xml"/><Relationship Id="rId14" Type="http://schemas.openxmlformats.org/officeDocument/2006/relationships/image" Target="../media/image14.png"/><Relationship Id="rId13" Type="http://schemas.openxmlformats.org/officeDocument/2006/relationships/customXml" Target="../ink/ink4.xml"/><Relationship Id="rId12" Type="http://schemas.openxmlformats.org/officeDocument/2006/relationships/image" Target="../media/image13.png"/><Relationship Id="rId11" Type="http://schemas.openxmlformats.org/officeDocument/2006/relationships/customXml" Target="../ink/ink3.xml"/><Relationship Id="rId10" Type="http://schemas.openxmlformats.org/officeDocument/2006/relationships/image" Target="../media/image12.png"/><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62.xml"/><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tags" Target="../tags/tag6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64.xml"/><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tags" Target="../tags/tag63.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66.xml"/><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tags" Target="../tags/tag65.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68.xml"/><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tags" Target="../tags/tag6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70.xml"/><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tags" Target="../tags/tag69.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72.xml"/><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706755"/>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目录：</a:t>
            </a:r>
            <a:endParaRPr lang="zh-CN" altLang="en-US" sz="4000">
              <a:solidFill>
                <a:schemeClr val="tx1"/>
              </a:solidFill>
              <a:effectLst>
                <a:outerShdw blurRad="38100" dist="19050" dir="2700000" algn="tl" rotWithShape="0">
                  <a:schemeClr val="dk1">
                    <a:alpha val="40000"/>
                  </a:schemeClr>
                </a:outerShdw>
              </a:effectLst>
            </a:endParaRPr>
          </a:p>
        </p:txBody>
      </p:sp>
      <p:sp>
        <p:nvSpPr>
          <p:cNvPr id="2" name="文本框 1"/>
          <p:cNvSpPr txBox="1"/>
          <p:nvPr/>
        </p:nvSpPr>
        <p:spPr>
          <a:xfrm>
            <a:off x="4063365" y="1552575"/>
            <a:ext cx="5323840" cy="4246245"/>
          </a:xfrm>
          <a:prstGeom prst="rect">
            <a:avLst/>
          </a:prstGeom>
          <a:noFill/>
        </p:spPr>
        <p:txBody>
          <a:bodyPr wrap="square" rtlCol="0">
            <a:spAutoFit/>
          </a:bodyPr>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 </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范晓乐：</a:t>
            </a:r>
            <a:endPar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1.1</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utilization</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1.2</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Theoretical vs. Actual Cycle Count</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1.3</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LLM-Assisted Optimization Analysis</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1.4</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convolution core engine</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1.5</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image data storage</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1.6</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dynamic display adapter</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endPar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 </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金艺涵：</a:t>
            </a:r>
            <a:endPar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2.1</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Hardware Performance Counter</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2.2</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Zero-Overhead Index Mapping</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2.3</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rPr>
              <a:t>Dynamic Polymorphic Display Architecture</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sym typeface="+mn-ea"/>
            </a:endParaRPr>
          </a:p>
          <a:p>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 </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杨伟铭：</a:t>
            </a:r>
            <a:endPar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3.1</a:t>
            </a:r>
            <a:r>
              <a:rPr lang="zh-CN" alt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r>
              <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On-board Practical Validation</a:t>
            </a:r>
            <a:endParaRPr lang="en-US" altLang="zh-CN">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4982210" cy="706755"/>
          </a:xfrm>
          <a:prstGeom prst="rect">
            <a:avLst/>
          </a:prstGeom>
          <a:noFill/>
        </p:spPr>
        <p:txBody>
          <a:bodyPr wrap="square" rtlCol="0">
            <a:spAutoFit/>
          </a:bodyPr>
          <a:p>
            <a:r>
              <a:rPr lang="en-US" altLang="zh-CN" sz="4000">
                <a:solidFill>
                  <a:schemeClr val="tx1"/>
                </a:solidFill>
                <a:effectLst>
                  <a:outerShdw blurRad="38100" dist="19050" dir="2700000" algn="tl" rotWithShape="0">
                    <a:schemeClr val="dk1">
                      <a:alpha val="40000"/>
                    </a:schemeClr>
                  </a:outerShdw>
                </a:effectLst>
              </a:rPr>
              <a:t>utilization</a:t>
            </a:r>
            <a:r>
              <a:rPr lang="zh-CN" altLang="en-US" sz="4000">
                <a:solidFill>
                  <a:schemeClr val="tx1"/>
                </a:solidFill>
                <a:effectLst>
                  <a:outerShdw blurRad="38100" dist="19050" dir="2700000" algn="tl" rotWithShape="0">
                    <a:schemeClr val="dk1">
                      <a:alpha val="40000"/>
                    </a:schemeClr>
                  </a:outerShdw>
                </a:effectLst>
              </a:rPr>
              <a:t>：</a:t>
            </a:r>
            <a:endParaRPr lang="zh-CN" altLang="en-US" sz="4000">
              <a:solidFill>
                <a:schemeClr val="tx1"/>
              </a:solidFill>
              <a:effectLst>
                <a:outerShdw blurRad="38100" dist="19050" dir="2700000" algn="tl" rotWithShape="0">
                  <a:schemeClr val="dk1">
                    <a:alpha val="40000"/>
                  </a:schemeClr>
                </a:outerShdw>
              </a:effectLst>
            </a:endParaRPr>
          </a:p>
        </p:txBody>
      </p:sp>
      <p:pic>
        <p:nvPicPr>
          <p:cNvPr id="2" name="图片 1" descr="6454278f26b3078c28aad1705c641b0b"/>
          <p:cNvPicPr>
            <a:picLocks noChangeAspect="1"/>
          </p:cNvPicPr>
          <p:nvPr/>
        </p:nvPicPr>
        <p:blipFill>
          <a:blip r:embed="rId3"/>
          <a:stretch>
            <a:fillRect/>
          </a:stretch>
        </p:blipFill>
        <p:spPr>
          <a:xfrm>
            <a:off x="0" y="3143885"/>
            <a:ext cx="6663055" cy="3714115"/>
          </a:xfrm>
          <a:prstGeom prst="rect">
            <a:avLst/>
          </a:prstGeom>
        </p:spPr>
      </p:pic>
      <p:pic>
        <p:nvPicPr>
          <p:cNvPr id="4" name="图片 3" descr="da13714262f969a7632a4b736063c52e"/>
          <p:cNvPicPr>
            <a:picLocks noChangeAspect="1"/>
          </p:cNvPicPr>
          <p:nvPr/>
        </p:nvPicPr>
        <p:blipFill>
          <a:blip r:embed="rId4"/>
          <a:stretch>
            <a:fillRect/>
          </a:stretch>
        </p:blipFill>
        <p:spPr>
          <a:xfrm>
            <a:off x="2847975" y="0"/>
            <a:ext cx="9344025" cy="3133725"/>
          </a:xfrm>
          <a:prstGeom prst="rect">
            <a:avLst/>
          </a:prstGeom>
        </p:spPr>
      </p:pic>
      <p:sp>
        <p:nvSpPr>
          <p:cNvPr id="5" name="文本框 4"/>
          <p:cNvSpPr txBox="1"/>
          <p:nvPr/>
        </p:nvSpPr>
        <p:spPr>
          <a:xfrm>
            <a:off x="6663055" y="3133408"/>
            <a:ext cx="5080000" cy="1814830"/>
          </a:xfrm>
          <a:prstGeom prst="rect">
            <a:avLst/>
          </a:prstGeom>
        </p:spPr>
        <p:txBody>
          <a:bodyPr>
            <a:spAutoFit/>
            <a:scene3d>
              <a:camera prst="orthographicFront"/>
              <a:lightRig rig="threePt" dir="t"/>
            </a:scene3d>
          </a:bodyPr>
          <a:p>
            <a:pPr marL="0" indent="0" algn="l"/>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1. LUT </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的利用率（</a:t>
            </a:r>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48%</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）是目前最高的</a:t>
            </a:r>
            <a:endPar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endParaRPr>
          </a:p>
          <a:p>
            <a:pPr marL="0" indent="0" algn="l"/>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2. FF</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a:t>
            </a:r>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IO </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利用率相近（约</a:t>
            </a:r>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 23%</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a:t>
            </a:r>
            <a:endPar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endParaRPr>
          </a:p>
          <a:p>
            <a:pPr marL="0" indent="0" algn="l"/>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3. DSP </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利用率极低（仅</a:t>
            </a:r>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 2%</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a:t>
            </a:r>
            <a:endPar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endParaRPr>
          </a:p>
          <a:p>
            <a:pPr marL="0" indent="0" algn="l"/>
            <a:endPar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endParaRPr>
          </a:p>
          <a:p>
            <a:pPr marL="0" indent="0" algn="l"/>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目前各类资源的利用率都处于较低水平，尤其是</a:t>
            </a:r>
            <a:r>
              <a:rPr lang="en-US" altLang="zh-CN"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 DSP </a:t>
            </a:r>
            <a:r>
              <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rPr>
              <a:t>还有极大的剩余空间，整体资源余量充足，后续项目扩展的硬件空间比较充裕。</a:t>
            </a:r>
            <a:endParaRPr lang="zh-CN" altLang="en-US" sz="1600" b="0" i="0">
              <a:ln w="12700">
                <a:solidFill>
                  <a:schemeClr val="accent5"/>
                </a:solidFill>
                <a:prstDash val="solid"/>
              </a:ln>
              <a:pattFill prst="ltDnDiag">
                <a:fgClr>
                  <a:schemeClr val="accent5">
                    <a:lumMod val="60000"/>
                    <a:lumOff val="40000"/>
                  </a:schemeClr>
                </a:fgClr>
                <a:bgClr>
                  <a:schemeClr val="bg1"/>
                </a:bgClr>
              </a:pattFill>
              <a:effectLst/>
              <a:latin typeface="Inter"/>
              <a:ea typeface="Inter"/>
            </a:endParaRPr>
          </a:p>
        </p:txBody>
      </p:sp>
      <p:sp>
        <p:nvSpPr>
          <p:cNvPr id="7" name="文本框 6"/>
          <p:cNvSpPr txBox="1"/>
          <p:nvPr/>
        </p:nvSpPr>
        <p:spPr>
          <a:xfrm>
            <a:off x="253365" y="1855470"/>
            <a:ext cx="2334895" cy="922020"/>
          </a:xfrm>
          <a:prstGeom prst="rect">
            <a:avLst/>
          </a:prstGeom>
          <a:noFill/>
        </p:spPr>
        <p:txBody>
          <a:bodyPr wrap="square" rtlCol="0">
            <a:spAutoFit/>
          </a:bodyPr>
          <a:p>
            <a:r>
              <a:rPr lang="en-US" altLang="zh-CN">
                <a:ln w="12700">
                  <a:solidFill>
                    <a:schemeClr val="accent5"/>
                  </a:solidFill>
                  <a:prstDash val="solid"/>
                </a:ln>
                <a:pattFill prst="ltDnDiag">
                  <a:fgClr>
                    <a:schemeClr val="accent5">
                      <a:lumMod val="60000"/>
                      <a:lumOff val="40000"/>
                    </a:schemeClr>
                  </a:fgClr>
                  <a:bgClr>
                    <a:schemeClr val="bg1"/>
                  </a:bgClr>
                </a:pattFill>
                <a:effectLst/>
              </a:rPr>
              <a:t>1. matrix_calc_top</a:t>
            </a:r>
            <a:endParaRPr lang="en-US" altLang="zh-CN">
              <a:ln w="12700">
                <a:solidFill>
                  <a:schemeClr val="accent5"/>
                </a:solidFill>
                <a:prstDash val="solid"/>
              </a:ln>
              <a:pattFill prst="ltDnDiag">
                <a:fgClr>
                  <a:schemeClr val="accent5">
                    <a:lumMod val="60000"/>
                    <a:lumOff val="40000"/>
                  </a:schemeClr>
                </a:fgClr>
                <a:bgClr>
                  <a:schemeClr val="bg1"/>
                </a:bgClr>
              </a:pattFill>
              <a:effectLst/>
            </a:endParaRPr>
          </a:p>
          <a:p>
            <a:r>
              <a:rPr lang="en-US" altLang="zh-CN">
                <a:ln w="12700">
                  <a:solidFill>
                    <a:schemeClr val="accent5"/>
                  </a:solidFill>
                  <a:prstDash val="solid"/>
                </a:ln>
                <a:pattFill prst="ltDnDiag">
                  <a:fgClr>
                    <a:schemeClr val="accent5">
                      <a:lumMod val="60000"/>
                      <a:lumOff val="40000"/>
                    </a:schemeClr>
                  </a:fgClr>
                  <a:bgClr>
                    <a:schemeClr val="bg1"/>
                  </a:bgClr>
                </a:pattFill>
                <a:effectLst/>
              </a:rPr>
              <a:t>2. u_storage</a:t>
            </a:r>
            <a:endParaRPr lang="en-US" altLang="zh-CN">
              <a:ln w="12700">
                <a:solidFill>
                  <a:schemeClr val="accent5"/>
                </a:solidFill>
                <a:prstDash val="solid"/>
              </a:ln>
              <a:pattFill prst="ltDnDiag">
                <a:fgClr>
                  <a:schemeClr val="accent5">
                    <a:lumMod val="60000"/>
                    <a:lumOff val="40000"/>
                  </a:schemeClr>
                </a:fgClr>
                <a:bgClr>
                  <a:schemeClr val="bg1"/>
                </a:bgClr>
              </a:pattFill>
              <a:effectLst/>
            </a:endParaRPr>
          </a:p>
          <a:p>
            <a:r>
              <a:rPr lang="en-US" altLang="zh-CN">
                <a:ln w="12700">
                  <a:solidFill>
                    <a:schemeClr val="accent5"/>
                  </a:solidFill>
                  <a:prstDash val="solid"/>
                </a:ln>
                <a:pattFill prst="ltDnDiag">
                  <a:fgClr>
                    <a:schemeClr val="accent5">
                      <a:lumMod val="60000"/>
                      <a:lumOff val="40000"/>
                    </a:schemeClr>
                  </a:fgClr>
                  <a:bgClr>
                    <a:schemeClr val="bg1"/>
                  </a:bgClr>
                </a:pattFill>
                <a:effectLst/>
              </a:rPr>
              <a:t>3. u_matrix_op</a:t>
            </a:r>
            <a:endParaRPr lang="en-US" altLang="zh-CN">
              <a:ln w="12700">
                <a:solidFill>
                  <a:schemeClr val="accent5"/>
                </a:solidFill>
                <a:prstDash val="solid"/>
              </a:ln>
              <a:pattFill prst="ltDnDiag">
                <a:fgClr>
                  <a:schemeClr val="accent5">
                    <a:lumMod val="60000"/>
                    <a:lumOff val="40000"/>
                  </a:schemeClr>
                </a:fgClr>
                <a:bgClr>
                  <a:schemeClr val="bg1"/>
                </a:bgClr>
              </a:pattFill>
              <a:effectLst/>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1322070"/>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理论</a:t>
            </a:r>
            <a:r>
              <a:rPr lang="en-US" altLang="zh-CN" sz="4000">
                <a:solidFill>
                  <a:schemeClr val="tx1"/>
                </a:solidFill>
                <a:effectLst>
                  <a:outerShdw blurRad="38100" dist="19050" dir="2700000" algn="tl" rotWithShape="0">
                    <a:schemeClr val="dk1">
                      <a:alpha val="40000"/>
                    </a:schemeClr>
                  </a:outerShdw>
                </a:effectLst>
              </a:rPr>
              <a:t>vs</a:t>
            </a:r>
            <a:r>
              <a:rPr lang="zh-CN" altLang="en-US" sz="4000">
                <a:solidFill>
                  <a:schemeClr val="tx1"/>
                </a:solidFill>
                <a:effectLst>
                  <a:outerShdw blurRad="38100" dist="19050" dir="2700000" algn="tl" rotWithShape="0">
                    <a:schemeClr val="dk1">
                      <a:alpha val="40000"/>
                    </a:schemeClr>
                  </a:outerShdw>
                </a:effectLst>
              </a:rPr>
              <a:t>实际周期数对比分析</a:t>
            </a:r>
            <a:r>
              <a:rPr lang="en-US" altLang="zh-CN" sz="4000">
                <a:solidFill>
                  <a:schemeClr val="tx1"/>
                </a:solidFill>
                <a:effectLst>
                  <a:outerShdw blurRad="38100" dist="19050" dir="2700000" algn="tl" rotWithShape="0">
                    <a:schemeClr val="dk1">
                      <a:alpha val="40000"/>
                    </a:schemeClr>
                  </a:outerShdw>
                </a:effectLst>
              </a:rPr>
              <a:t> (Theoretical vs. Actual Cycle Count)</a:t>
            </a:r>
            <a:endParaRPr lang="en-US" altLang="zh-CN" sz="4000">
              <a:solidFill>
                <a:schemeClr val="tx1"/>
              </a:solidFill>
              <a:effectLst>
                <a:outerShdw blurRad="38100" dist="19050" dir="2700000" algn="tl" rotWithShape="0">
                  <a:schemeClr val="dk1">
                    <a:alpha val="40000"/>
                  </a:schemeClr>
                </a:outerShdw>
              </a:effectLst>
            </a:endParaRPr>
          </a:p>
        </p:txBody>
      </p:sp>
      <p:pic>
        <p:nvPicPr>
          <p:cNvPr id="6" name="图片 5"/>
          <p:cNvPicPr>
            <a:picLocks noChangeAspect="1"/>
          </p:cNvPicPr>
          <p:nvPr/>
        </p:nvPicPr>
        <p:blipFill>
          <a:blip r:embed="rId3"/>
          <a:stretch>
            <a:fillRect/>
          </a:stretch>
        </p:blipFill>
        <p:spPr>
          <a:xfrm>
            <a:off x="6106795" y="3872230"/>
            <a:ext cx="2831465" cy="1598295"/>
          </a:xfrm>
          <a:prstGeom prst="rect">
            <a:avLst/>
          </a:prstGeom>
        </p:spPr>
      </p:pic>
      <p:pic>
        <p:nvPicPr>
          <p:cNvPr id="7" name="图片 6"/>
          <p:cNvPicPr>
            <a:picLocks noChangeAspect="1"/>
          </p:cNvPicPr>
          <p:nvPr/>
        </p:nvPicPr>
        <p:blipFill>
          <a:blip r:embed="rId4"/>
          <a:stretch>
            <a:fillRect/>
          </a:stretch>
        </p:blipFill>
        <p:spPr>
          <a:xfrm>
            <a:off x="385445" y="1885315"/>
            <a:ext cx="5114290" cy="3585210"/>
          </a:xfrm>
          <a:prstGeom prst="rect">
            <a:avLst/>
          </a:prstGeom>
        </p:spPr>
      </p:pic>
      <p:pic>
        <p:nvPicPr>
          <p:cNvPr id="9" name="图片 8"/>
          <p:cNvPicPr>
            <a:picLocks noChangeAspect="1"/>
          </p:cNvPicPr>
          <p:nvPr/>
        </p:nvPicPr>
        <p:blipFill>
          <a:blip r:embed="rId5"/>
          <a:stretch>
            <a:fillRect/>
          </a:stretch>
        </p:blipFill>
        <p:spPr>
          <a:xfrm>
            <a:off x="6106795" y="1885315"/>
            <a:ext cx="5038725" cy="1562100"/>
          </a:xfrm>
          <a:prstGeom prst="rect">
            <a:avLst/>
          </a:prstGeom>
        </p:spPr>
      </p:pic>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1322070"/>
          </a:xfrm>
          <a:prstGeom prst="rect">
            <a:avLst/>
          </a:prstGeom>
          <a:noFill/>
        </p:spPr>
        <p:txBody>
          <a:bodyPr wrap="square" rtlCol="0">
            <a:spAutoFit/>
          </a:bodyPr>
          <a:p>
            <a:r>
              <a:rPr lang="en-US" sz="4000">
                <a:solidFill>
                  <a:schemeClr val="tx1"/>
                </a:solidFill>
                <a:effectLst>
                  <a:outerShdw blurRad="38100" dist="19050" dir="2700000" algn="tl" rotWithShape="0">
                    <a:schemeClr val="dk1">
                      <a:alpha val="40000"/>
                    </a:schemeClr>
                  </a:outerShdw>
                </a:effectLst>
              </a:rPr>
              <a:t>LLM</a:t>
            </a:r>
            <a:r>
              <a:rPr lang="zh-CN" altLang="en-US" sz="4000">
                <a:solidFill>
                  <a:schemeClr val="tx1"/>
                </a:solidFill>
                <a:effectLst>
                  <a:outerShdw blurRad="38100" dist="19050" dir="2700000" algn="tl" rotWithShape="0">
                    <a:schemeClr val="dk1">
                      <a:alpha val="40000"/>
                    </a:schemeClr>
                  </a:outerShdw>
                </a:effectLst>
              </a:rPr>
              <a:t>辅助优化分析</a:t>
            </a:r>
            <a:r>
              <a:rPr lang="en-US" altLang="zh-CN" sz="4000">
                <a:solidFill>
                  <a:schemeClr val="tx1"/>
                </a:solidFill>
                <a:effectLst>
                  <a:outerShdw blurRad="38100" dist="19050" dir="2700000" algn="tl" rotWithShape="0">
                    <a:schemeClr val="dk1">
                      <a:alpha val="40000"/>
                    </a:schemeClr>
                  </a:outerShdw>
                </a:effectLst>
              </a:rPr>
              <a:t> (LLM-Assisted Optimization Analysis)</a:t>
            </a:r>
            <a:endParaRPr lang="en-US" altLang="zh-CN" sz="4000">
              <a:solidFill>
                <a:schemeClr val="tx1"/>
              </a:solidFill>
              <a:effectLst>
                <a:outerShdw blurRad="38100" dist="19050" dir="2700000" algn="tl" rotWithShape="0">
                  <a:schemeClr val="dk1">
                    <a:alpha val="40000"/>
                  </a:schemeClr>
                </a:outerShdw>
              </a:effectLst>
            </a:endParaRPr>
          </a:p>
        </p:txBody>
      </p:sp>
      <p:pic>
        <p:nvPicPr>
          <p:cNvPr id="2" name="图片 1"/>
          <p:cNvPicPr>
            <a:picLocks noChangeAspect="1"/>
          </p:cNvPicPr>
          <p:nvPr/>
        </p:nvPicPr>
        <p:blipFill>
          <a:blip r:embed="rId3"/>
          <a:stretch>
            <a:fillRect/>
          </a:stretch>
        </p:blipFill>
        <p:spPr>
          <a:xfrm>
            <a:off x="385445" y="2174240"/>
            <a:ext cx="6429375" cy="581025"/>
          </a:xfrm>
          <a:prstGeom prst="rect">
            <a:avLst/>
          </a:prstGeom>
        </p:spPr>
      </p:pic>
      <p:pic>
        <p:nvPicPr>
          <p:cNvPr id="4" name="图片 3"/>
          <p:cNvPicPr>
            <a:picLocks noChangeAspect="1"/>
          </p:cNvPicPr>
          <p:nvPr/>
        </p:nvPicPr>
        <p:blipFill>
          <a:blip r:embed="rId4"/>
          <a:stretch>
            <a:fillRect/>
          </a:stretch>
        </p:blipFill>
        <p:spPr>
          <a:xfrm>
            <a:off x="385445" y="4429760"/>
            <a:ext cx="6334125" cy="742950"/>
          </a:xfrm>
          <a:prstGeom prst="rect">
            <a:avLst/>
          </a:prstGeom>
        </p:spPr>
      </p:pic>
      <p:pic>
        <p:nvPicPr>
          <p:cNvPr id="5" name="图片 4"/>
          <p:cNvPicPr>
            <a:picLocks noChangeAspect="1"/>
          </p:cNvPicPr>
          <p:nvPr/>
        </p:nvPicPr>
        <p:blipFill>
          <a:blip r:embed="rId5"/>
          <a:stretch>
            <a:fillRect/>
          </a:stretch>
        </p:blipFill>
        <p:spPr>
          <a:xfrm>
            <a:off x="7546340" y="3848735"/>
            <a:ext cx="4219575" cy="1905000"/>
          </a:xfrm>
          <a:prstGeom prst="rect">
            <a:avLst/>
          </a:prstGeom>
        </p:spPr>
      </p:pic>
      <p:pic>
        <p:nvPicPr>
          <p:cNvPr id="10" name="图片 9"/>
          <p:cNvPicPr>
            <a:picLocks noChangeAspect="1"/>
          </p:cNvPicPr>
          <p:nvPr/>
        </p:nvPicPr>
        <p:blipFill>
          <a:blip r:embed="rId6"/>
          <a:stretch>
            <a:fillRect/>
          </a:stretch>
        </p:blipFill>
        <p:spPr>
          <a:xfrm>
            <a:off x="7546340" y="2002790"/>
            <a:ext cx="3781425" cy="923925"/>
          </a:xfrm>
          <a:prstGeom prst="rect">
            <a:avLst/>
          </a:prstGeom>
        </p:spPr>
      </p:pic>
      <mc:AlternateContent xmlns:mc="http://schemas.openxmlformats.org/markup-compatibility/2006" xmlns:p14="http://schemas.microsoft.com/office/powerpoint/2010/main">
        <mc:Choice Requires="p14">
          <p:contentPart r:id="rId7" p14:bwMode="auto">
            <p14:nvContentPartPr>
              <p14:cNvPr id="11" name="墨迹 10"/>
              <p14:cNvContentPartPr/>
              <p14:nvPr/>
            </p14:nvContentPartPr>
            <p14:xfrm>
              <a:off x="3350895" y="3028315"/>
              <a:ext cx="88265" cy="1065530"/>
            </p14:xfrm>
          </p:contentPart>
        </mc:Choice>
        <mc:Fallback xmlns="">
          <p:pic>
            <p:nvPicPr>
              <p:cNvPr id="11" name="墨迹 10"/>
            </p:nvPicPr>
            <p:blipFill>
              <a:blip r:embed="rId8"/>
            </p:blipFill>
            <p:spPr>
              <a:xfrm>
                <a:off x="3350895" y="3028315"/>
                <a:ext cx="88265" cy="106553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2" name="墨迹 11"/>
              <p14:cNvContentPartPr/>
              <p14:nvPr/>
            </p14:nvContentPartPr>
            <p14:xfrm>
              <a:off x="2832735" y="3545205"/>
              <a:ext cx="1114425" cy="782955"/>
            </p14:xfrm>
          </p:contentPart>
        </mc:Choice>
        <mc:Fallback xmlns="">
          <p:pic>
            <p:nvPicPr>
              <p:cNvPr id="12" name="墨迹 11"/>
            </p:nvPicPr>
            <p:blipFill>
              <a:blip r:embed="rId10"/>
            </p:blipFill>
            <p:spPr>
              <a:xfrm>
                <a:off x="2832735" y="3545205"/>
                <a:ext cx="1114425" cy="7829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3" name="墨迹 12"/>
              <p14:cNvContentPartPr/>
              <p14:nvPr/>
            </p14:nvContentPartPr>
            <p14:xfrm>
              <a:off x="9554210" y="3008630"/>
              <a:ext cx="39370" cy="741045"/>
            </p14:xfrm>
          </p:contentPart>
        </mc:Choice>
        <mc:Fallback xmlns="">
          <p:pic>
            <p:nvPicPr>
              <p:cNvPr id="13" name="墨迹 12"/>
            </p:nvPicPr>
            <p:blipFill>
              <a:blip r:embed="rId12"/>
            </p:blipFill>
            <p:spPr>
              <a:xfrm>
                <a:off x="9554210" y="3008630"/>
                <a:ext cx="39370" cy="7410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4" name="墨迹 13"/>
              <p14:cNvContentPartPr/>
              <p14:nvPr/>
            </p14:nvContentPartPr>
            <p14:xfrm>
              <a:off x="9114790" y="3214370"/>
              <a:ext cx="791210" cy="586740"/>
            </p14:xfrm>
          </p:contentPart>
        </mc:Choice>
        <mc:Fallback xmlns="">
          <p:pic>
            <p:nvPicPr>
              <p:cNvPr id="14" name="墨迹 13"/>
            </p:nvPicPr>
            <p:blipFill>
              <a:blip r:embed="rId14"/>
            </p:blipFill>
            <p:spPr>
              <a:xfrm>
                <a:off x="9114790" y="3214370"/>
                <a:ext cx="791210" cy="5867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5" name="墨迹 14"/>
              <p14:cNvContentPartPr/>
              <p14:nvPr/>
            </p14:nvContentPartPr>
            <p14:xfrm>
              <a:off x="1524000" y="2988945"/>
              <a:ext cx="69215" cy="1261110"/>
            </p14:xfrm>
          </p:contentPart>
        </mc:Choice>
        <mc:Fallback xmlns="">
          <p:pic>
            <p:nvPicPr>
              <p:cNvPr id="15" name="墨迹 14"/>
            </p:nvPicPr>
            <p:blipFill>
              <a:blip r:embed="rId16"/>
            </p:blipFill>
            <p:spPr>
              <a:xfrm>
                <a:off x="1524000" y="2988945"/>
                <a:ext cx="69215" cy="126111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6" name="墨迹 15"/>
              <p14:cNvContentPartPr/>
              <p14:nvPr/>
            </p14:nvContentPartPr>
            <p14:xfrm>
              <a:off x="1094105" y="3702050"/>
              <a:ext cx="1044575" cy="704215"/>
            </p14:xfrm>
          </p:contentPart>
        </mc:Choice>
        <mc:Fallback xmlns="">
          <p:pic>
            <p:nvPicPr>
              <p:cNvPr id="16" name="墨迹 15"/>
            </p:nvPicPr>
            <p:blipFill>
              <a:blip r:embed="rId18"/>
            </p:blipFill>
            <p:spPr>
              <a:xfrm>
                <a:off x="1094105" y="3702050"/>
                <a:ext cx="1044575" cy="70421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7" name="墨迹 16"/>
              <p14:cNvContentPartPr/>
              <p14:nvPr/>
            </p14:nvContentPartPr>
            <p14:xfrm>
              <a:off x="5158105" y="2891790"/>
              <a:ext cx="69850" cy="1404620"/>
            </p14:xfrm>
          </p:contentPart>
        </mc:Choice>
        <mc:Fallback xmlns="">
          <p:pic>
            <p:nvPicPr>
              <p:cNvPr id="17" name="墨迹 16"/>
            </p:nvPicPr>
            <p:blipFill>
              <a:blip r:embed="rId20"/>
            </p:blipFill>
            <p:spPr>
              <a:xfrm>
                <a:off x="5158105" y="2891790"/>
                <a:ext cx="69850" cy="140462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8" name="墨迹 17"/>
              <p14:cNvContentPartPr/>
              <p14:nvPr/>
            </p14:nvContentPartPr>
            <p14:xfrm>
              <a:off x="4581525" y="3585210"/>
              <a:ext cx="1210945" cy="748665"/>
            </p14:xfrm>
          </p:contentPart>
        </mc:Choice>
        <mc:Fallback xmlns="">
          <p:pic>
            <p:nvPicPr>
              <p:cNvPr id="18" name="墨迹 17"/>
            </p:nvPicPr>
            <p:blipFill>
              <a:blip r:embed="rId22"/>
            </p:blipFill>
            <p:spPr>
              <a:xfrm>
                <a:off x="4581525" y="3585210"/>
                <a:ext cx="1210945" cy="74866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9" name="墨迹 18"/>
              <p14:cNvContentPartPr/>
              <p14:nvPr/>
            </p14:nvContentPartPr>
            <p14:xfrm>
              <a:off x="8449945" y="3028315"/>
              <a:ext cx="48895" cy="655320"/>
            </p14:xfrm>
          </p:contentPart>
        </mc:Choice>
        <mc:Fallback xmlns="">
          <p:pic>
            <p:nvPicPr>
              <p:cNvPr id="19" name="墨迹 18"/>
            </p:nvPicPr>
            <p:blipFill>
              <a:blip r:embed="rId24"/>
            </p:blipFill>
            <p:spPr>
              <a:xfrm>
                <a:off x="8449945" y="3028315"/>
                <a:ext cx="48895" cy="65532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0" name="墨迹 19"/>
              <p14:cNvContentPartPr/>
              <p14:nvPr/>
            </p14:nvContentPartPr>
            <p14:xfrm>
              <a:off x="8117840" y="3351530"/>
              <a:ext cx="703580" cy="381635"/>
            </p14:xfrm>
          </p:contentPart>
        </mc:Choice>
        <mc:Fallback xmlns="">
          <p:pic>
            <p:nvPicPr>
              <p:cNvPr id="20" name="墨迹 19"/>
            </p:nvPicPr>
            <p:blipFill>
              <a:blip r:embed="rId26"/>
            </p:blipFill>
            <p:spPr>
              <a:xfrm>
                <a:off x="8117840" y="3351530"/>
                <a:ext cx="703580" cy="38163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2" name="墨迹 21"/>
              <p14:cNvContentPartPr/>
              <p14:nvPr/>
            </p14:nvContentPartPr>
            <p14:xfrm>
              <a:off x="10472420" y="3008630"/>
              <a:ext cx="69850" cy="704215"/>
            </p14:xfrm>
          </p:contentPart>
        </mc:Choice>
        <mc:Fallback xmlns="">
          <p:pic>
            <p:nvPicPr>
              <p:cNvPr id="22" name="墨迹 21"/>
            </p:nvPicPr>
            <p:blipFill>
              <a:blip r:embed="rId28"/>
            </p:blipFill>
            <p:spPr>
              <a:xfrm>
                <a:off x="10472420" y="3008630"/>
                <a:ext cx="69850" cy="70421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3" name="墨迹 22"/>
              <p14:cNvContentPartPr/>
              <p14:nvPr/>
            </p14:nvContentPartPr>
            <p14:xfrm>
              <a:off x="10267315" y="3263900"/>
              <a:ext cx="518795" cy="478155"/>
            </p14:xfrm>
          </p:contentPart>
        </mc:Choice>
        <mc:Fallback xmlns="">
          <p:pic>
            <p:nvPicPr>
              <p:cNvPr id="23" name="墨迹 22"/>
            </p:nvPicPr>
            <p:blipFill>
              <a:blip r:embed="rId30"/>
            </p:blipFill>
            <p:spPr>
              <a:xfrm>
                <a:off x="10267315" y="3263900"/>
                <a:ext cx="518795" cy="478155"/>
              </a:xfrm>
              <a:prstGeom prst="rect"/>
            </p:spPr>
          </p:pic>
        </mc:Fallback>
      </mc:AlternateContent>
    </p:spTree>
    <p:custDataLst>
      <p:tags r:id="rId3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706755"/>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卷积核心计算引擎</a:t>
            </a:r>
            <a:r>
              <a:rPr lang="en-US" altLang="zh-CN" sz="4000">
                <a:solidFill>
                  <a:schemeClr val="tx1"/>
                </a:solidFill>
                <a:effectLst>
                  <a:outerShdw blurRad="38100" dist="19050" dir="2700000" algn="tl" rotWithShape="0">
                    <a:schemeClr val="dk1">
                      <a:alpha val="40000"/>
                    </a:schemeClr>
                  </a:outerShdw>
                </a:effectLst>
              </a:rPr>
              <a:t> (Convolution Core Engine)</a:t>
            </a:r>
            <a:endParaRPr lang="en-US" altLang="zh-CN" sz="40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797685" y="1261745"/>
            <a:ext cx="5714365" cy="3844925"/>
          </a:xfrm>
          <a:prstGeom prst="rect">
            <a:avLst/>
          </a:prstGeom>
        </p:spPr>
        <p:txBody>
          <a:bodyPr>
            <a:noAutofit/>
          </a:bodyPr>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索引映射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(Index Mapping)</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：我们将线性的计数器</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k_idx (0-8)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映射为二维的卷积核坐标。这里巧妙地使用了</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case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语句代替了昂贵的除法运算，显著节省了硬件资源。</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数据获取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(Data Fetch)</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：在同一个时钟周期内，我们同时从用户输入的矩阵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中读取卷积核权重，并从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ROM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中读取对应的图像像素。</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乘累加运算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(MAC)</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：这是卷积最本质的操作。我们将权重与像素相乘，并累加到</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acc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寄存器中。当一个 </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3x3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的窗口计算完成后（即</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k_idx == 8</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），我们将结果打包存入输出缓冲区，并移动滑动窗口到下一个位置。</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p:txBody>
      </p:sp>
      <p:pic>
        <p:nvPicPr>
          <p:cNvPr id="4" name="图片 3"/>
          <p:cNvPicPr>
            <a:picLocks noChangeAspect="1"/>
          </p:cNvPicPr>
          <p:nvPr/>
        </p:nvPicPr>
        <p:blipFill>
          <a:blip r:embed="rId3"/>
          <a:stretch>
            <a:fillRect/>
          </a:stretch>
        </p:blipFill>
        <p:spPr>
          <a:xfrm>
            <a:off x="7590790" y="1261745"/>
            <a:ext cx="4401820" cy="409257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706755"/>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图像数据存储</a:t>
            </a:r>
            <a:r>
              <a:rPr lang="en-US" altLang="zh-CN" sz="4000">
                <a:solidFill>
                  <a:schemeClr val="tx1"/>
                </a:solidFill>
                <a:effectLst>
                  <a:outerShdw blurRad="38100" dist="19050" dir="2700000" algn="tl" rotWithShape="0">
                    <a:schemeClr val="dk1">
                      <a:alpha val="40000"/>
                    </a:schemeClr>
                  </a:outerShdw>
                </a:effectLst>
              </a:rPr>
              <a:t> (Image Data Storage)</a:t>
            </a:r>
            <a:endParaRPr lang="en-US" altLang="zh-CN" sz="40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614805" y="1261745"/>
            <a:ext cx="5714365" cy="3844925"/>
          </a:xfrm>
          <a:prstGeom prst="rect">
            <a:avLst/>
          </a:prstGeom>
        </p:spPr>
        <p:txBody>
          <a:bodyPr>
            <a:noAutofit/>
          </a:bodyPr>
          <a:p>
            <a:pPr marL="0" indent="0">
              <a:buAutoNum type="arabicPeriod"/>
            </a:pP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为了验证卷积功能，我们在</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FPGA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内部模拟了一个只读存储器</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(ROM)</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，作为卷积的输入源。</a:t>
            </a:r>
            <a:endPar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硬编码图像：我们预存了一张</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10x12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大小的灰度图像数据。每个像素点由</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4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位数据表示（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0-15</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），模拟真实的图像输入。</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零扩展读取：为了适配我们的</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16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位运算核心，我们设计了一个辅助函数</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get_rom_pixel</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。它在读取</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4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位像素数据时，会自动将其高位补零扩展为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16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位有符号数，确保后续乘法运算的精度和正确性。</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这部分代码为我们的卷积核提供了稳定的测试数据流。</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endPar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p:txBody>
      </p:sp>
      <p:pic>
        <p:nvPicPr>
          <p:cNvPr id="2" name="图片 1"/>
          <p:cNvPicPr>
            <a:picLocks noChangeAspect="1"/>
          </p:cNvPicPr>
          <p:nvPr/>
        </p:nvPicPr>
        <p:blipFill>
          <a:blip r:embed="rId3"/>
          <a:stretch>
            <a:fillRect/>
          </a:stretch>
        </p:blipFill>
        <p:spPr>
          <a:xfrm>
            <a:off x="7329170" y="1261745"/>
            <a:ext cx="4756785" cy="413004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706755"/>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动态显示适配器</a:t>
            </a:r>
            <a:r>
              <a:rPr lang="en-US" altLang="zh-CN" sz="4000">
                <a:solidFill>
                  <a:schemeClr val="tx1"/>
                </a:solidFill>
                <a:effectLst>
                  <a:outerShdw blurRad="38100" dist="19050" dir="2700000" algn="tl" rotWithShape="0">
                    <a:schemeClr val="dk1">
                      <a:alpha val="40000"/>
                    </a:schemeClr>
                  </a:outerShdw>
                </a:effectLst>
              </a:rPr>
              <a:t> (Dynamic Display Adapter)</a:t>
            </a:r>
            <a:endParaRPr lang="en-US" altLang="zh-CN" sz="40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578610" y="1154430"/>
            <a:ext cx="5714365" cy="3844925"/>
          </a:xfrm>
          <a:prstGeom prst="rect">
            <a:avLst/>
          </a:prstGeom>
        </p:spPr>
        <p:txBody>
          <a:bodyPr>
            <a:noAutofit/>
          </a:bodyPr>
          <a:p>
            <a:pPr marL="0" indent="0">
              <a:buAutoNum type="arabicPeriod"/>
            </a:pP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由于卷积运算的结果尺寸（</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8x10</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）与我们系统默认的矩阵尺寸（</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5x5</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）不同，我们在顶层模块设计了一个动态适配器。</a:t>
            </a:r>
            <a:endPar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数据流重定向：通过多路选择器</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(MUX)</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，当检测到当前操作为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卷积</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时，系统会自动切换数据源，从标准的</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5x5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结果寄存器切换到专用的</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8x10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扁平化结果矩阵。</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参数重写：同时，我们强制覆盖了显示模块的配置参数。将行数设为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8</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，列数设为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10</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，并将数据步长</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(Stride) </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调整为</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 10</a:t>
            </a: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endPar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a:p>
            <a:pPr marL="0" indent="0">
              <a:buAutoNum type="arabicPeriod"/>
            </a:pPr>
            <a:r>
              <a:rPr lang="zh-CN" altLang="en-US"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这种设计使得我们的通用显示模块能够灵活地兼容不同尺寸的矩阵输出，实现了卷积结果在串口终端的完美打印。</a:t>
            </a:r>
            <a:r>
              <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rPr>
              <a:t>”</a:t>
            </a:r>
            <a:endParaRPr lang="en-US" altLang="zh-CN" sz="2000" b="0" i="0">
              <a:ln w="9525" cmpd="sng">
                <a:solidFill>
                  <a:schemeClr val="accent1"/>
                </a:solidFill>
                <a:prstDash val="solid"/>
              </a:ln>
              <a:solidFill>
                <a:srgbClr val="70AD47">
                  <a:tint val="1000"/>
                </a:srgbClr>
              </a:solidFill>
              <a:effectLst>
                <a:glow rad="38100">
                  <a:schemeClr val="accent1">
                    <a:alpha val="40000"/>
                  </a:schemeClr>
                </a:glow>
              </a:effectLst>
              <a:latin typeface="+mn-ea"/>
              <a:cs typeface="+mn-ea"/>
            </a:endParaRPr>
          </a:p>
        </p:txBody>
      </p:sp>
      <p:pic>
        <p:nvPicPr>
          <p:cNvPr id="2" name="图片 1"/>
          <p:cNvPicPr>
            <a:picLocks noChangeAspect="1"/>
          </p:cNvPicPr>
          <p:nvPr/>
        </p:nvPicPr>
        <p:blipFill>
          <a:blip r:embed="rId3"/>
          <a:stretch>
            <a:fillRect/>
          </a:stretch>
        </p:blipFill>
        <p:spPr>
          <a:xfrm>
            <a:off x="7195820" y="1901825"/>
            <a:ext cx="4899025" cy="309753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1938020"/>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创新点一</a:t>
            </a:r>
            <a:r>
              <a:rPr lang="en-US" altLang="zh-CN" sz="4000">
                <a:solidFill>
                  <a:schemeClr val="tx1"/>
                </a:solidFill>
                <a:effectLst>
                  <a:outerShdw blurRad="38100" dist="19050" dir="2700000" algn="tl" rotWithShape="0">
                    <a:schemeClr val="dk1">
                      <a:alpha val="40000"/>
                    </a:schemeClr>
                  </a:outerShdw>
                </a:effectLst>
              </a:rPr>
              <a:t> —— </a:t>
            </a:r>
            <a:r>
              <a:rPr lang="zh-CN" altLang="en-US" sz="4000">
                <a:solidFill>
                  <a:schemeClr val="tx1"/>
                </a:solidFill>
                <a:effectLst>
                  <a:outerShdw blurRad="38100" dist="19050" dir="2700000" algn="tl" rotWithShape="0">
                    <a:schemeClr val="dk1">
                      <a:alpha val="40000"/>
                    </a:schemeClr>
                  </a:outerShdw>
                </a:effectLst>
              </a:rPr>
              <a:t>硬件级性能计数器</a:t>
            </a:r>
            <a:r>
              <a:rPr lang="en-US" altLang="zh-CN" sz="4000">
                <a:solidFill>
                  <a:schemeClr val="tx1"/>
                </a:solidFill>
                <a:effectLst>
                  <a:outerShdw blurRad="38100" dist="19050" dir="2700000" algn="tl" rotWithShape="0">
                    <a:schemeClr val="dk1">
                      <a:alpha val="40000"/>
                    </a:schemeClr>
                  </a:outerShdw>
                </a:effectLst>
              </a:rPr>
              <a:t> (Hardware Performance Counter)</a:t>
            </a:r>
            <a:r>
              <a:rPr lang="zh-CN" altLang="en-US" sz="4000">
                <a:solidFill>
                  <a:schemeClr val="tx1"/>
                </a:solidFill>
                <a:effectLst>
                  <a:outerShdw blurRad="38100" dist="19050" dir="2700000" algn="tl" rotWithShape="0">
                    <a:schemeClr val="dk1">
                      <a:alpha val="40000"/>
                    </a:schemeClr>
                  </a:outerShdw>
                </a:effectLst>
              </a:rPr>
              <a:t>：实现了对硬件加速效率的可视化量化评估。</a:t>
            </a:r>
            <a:endParaRPr lang="en-US" altLang="zh-CN" sz="4000">
              <a:solidFill>
                <a:schemeClr val="tx1"/>
              </a:solidFill>
              <a:effectLst>
                <a:outerShdw blurRad="38100" dist="19050" dir="2700000" algn="tl" rotWithShape="0">
                  <a:schemeClr val="dk1">
                    <a:alpha val="40000"/>
                  </a:schemeClr>
                </a:outerShdw>
              </a:effectLst>
            </a:endParaRPr>
          </a:p>
        </p:txBody>
      </p:sp>
      <p:pic>
        <p:nvPicPr>
          <p:cNvPr id="4" name="图片 3"/>
          <p:cNvPicPr>
            <a:picLocks noChangeAspect="1"/>
          </p:cNvPicPr>
          <p:nvPr/>
        </p:nvPicPr>
        <p:blipFill>
          <a:blip r:embed="rId3"/>
          <a:stretch>
            <a:fillRect/>
          </a:stretch>
        </p:blipFill>
        <p:spPr>
          <a:xfrm>
            <a:off x="5073650" y="1750060"/>
            <a:ext cx="6732905" cy="1023620"/>
          </a:xfrm>
          <a:prstGeom prst="rect">
            <a:avLst/>
          </a:prstGeom>
        </p:spPr>
      </p:pic>
      <p:sp>
        <p:nvSpPr>
          <p:cNvPr id="5" name="文本框 4"/>
          <p:cNvSpPr txBox="1"/>
          <p:nvPr/>
        </p:nvSpPr>
        <p:spPr>
          <a:xfrm>
            <a:off x="385445" y="2701607"/>
            <a:ext cx="5080000" cy="1076325"/>
          </a:xfrm>
          <a:prstGeom prst="rect">
            <a:avLst/>
          </a:prstGeom>
        </p:spPr>
        <p:txBody>
          <a:bodyPr>
            <a:spAutoFit/>
          </a:bodyPr>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痛点分析：</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通常 </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FPGA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设计只看结果对不对，很难直观知道运算到底花了多少时间，往往需要复杂的仿真或外部逻辑分析仪。</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p:txBody>
      </p:sp>
      <p:sp>
        <p:nvSpPr>
          <p:cNvPr id="6" name="文本框 5"/>
          <p:cNvSpPr txBox="1"/>
          <p:nvPr/>
        </p:nvSpPr>
        <p:spPr>
          <a:xfrm>
            <a:off x="4328160" y="3850322"/>
            <a:ext cx="5080000" cy="2030095"/>
          </a:xfrm>
          <a:prstGeom prst="rect">
            <a:avLst/>
          </a:prstGeom>
        </p:spPr>
        <p:txBody>
          <a:bodyPr>
            <a:spAutoFit/>
          </a:bodyPr>
          <a:p>
            <a:pPr marL="0"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我们的创新：</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lvl="1"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内嵌计数器：在运算核心内部集成了一个 </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32 </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位计数器。</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lvl="1"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精确计量：只在</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a:ea typeface="Consolas" panose="020B0609020204030204"/>
              </a:rPr>
              <a:t>S_CALC</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状态且为卷积操作时计数，精确到每一个时钟周期。</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lvl="1"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直观反馈：计算结束后，直接将周期数显示在开发板的数码管上。</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1223625" cy="2553335"/>
          </a:xfrm>
          <a:prstGeom prst="rect">
            <a:avLst/>
          </a:prstGeom>
          <a:noFill/>
        </p:spPr>
        <p:txBody>
          <a:bodyPr wrap="square" rtlCol="0">
            <a:spAutoFit/>
          </a:bodyPr>
          <a:p>
            <a:r>
              <a:rPr lang="zh-CN" altLang="en-US" sz="4000">
                <a:solidFill>
                  <a:schemeClr val="tx1"/>
                </a:solidFill>
                <a:effectLst>
                  <a:outerShdw blurRad="38100" dist="19050" dir="2700000" algn="tl" rotWithShape="0">
                    <a:schemeClr val="dk1">
                      <a:alpha val="40000"/>
                    </a:schemeClr>
                  </a:outerShdw>
                </a:effectLst>
              </a:rPr>
              <a:t>创新点二</a:t>
            </a:r>
            <a:r>
              <a:rPr lang="en-US" altLang="zh-CN" sz="4000">
                <a:solidFill>
                  <a:schemeClr val="tx1"/>
                </a:solidFill>
                <a:effectLst>
                  <a:outerShdw blurRad="38100" dist="19050" dir="2700000" algn="tl" rotWithShape="0">
                    <a:schemeClr val="dk1">
                      <a:alpha val="40000"/>
                    </a:schemeClr>
                  </a:outerShdw>
                </a:effectLst>
              </a:rPr>
              <a:t> —— </a:t>
            </a:r>
            <a:r>
              <a:rPr lang="zh-CN" altLang="en-US" sz="4000">
                <a:solidFill>
                  <a:schemeClr val="tx1"/>
                </a:solidFill>
                <a:effectLst>
                  <a:outerShdw blurRad="38100" dist="19050" dir="2700000" algn="tl" rotWithShape="0">
                    <a:schemeClr val="dk1">
                      <a:alpha val="40000"/>
                    </a:schemeClr>
                  </a:outerShdw>
                </a:effectLst>
              </a:rPr>
              <a:t>零开销索引映射技术</a:t>
            </a:r>
            <a:r>
              <a:rPr lang="en-US" altLang="zh-CN" sz="4000">
                <a:solidFill>
                  <a:schemeClr val="tx1"/>
                </a:solidFill>
                <a:effectLst>
                  <a:outerShdw blurRad="38100" dist="19050" dir="2700000" algn="tl" rotWithShape="0">
                    <a:schemeClr val="dk1">
                      <a:alpha val="40000"/>
                    </a:schemeClr>
                  </a:outerShdw>
                </a:effectLst>
              </a:rPr>
              <a:t> (Zero-Overhead Index Mapping)</a:t>
            </a:r>
            <a:r>
              <a:rPr lang="zh-CN" altLang="en-US" sz="4000">
                <a:solidFill>
                  <a:schemeClr val="tx1"/>
                </a:solidFill>
                <a:effectLst>
                  <a:outerShdw blurRad="38100" dist="19050" dir="2700000" algn="tl" rotWithShape="0">
                    <a:schemeClr val="dk1">
                      <a:alpha val="40000"/>
                    </a:schemeClr>
                  </a:outerShdw>
                </a:effectLst>
              </a:rPr>
              <a:t>：通过硬件友好的算法优化，避免了昂贵的算术运算，保证了系统的高频运行。</a:t>
            </a:r>
            <a:endParaRPr lang="zh-CN" altLang="en-US" sz="40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2172970" y="2281555"/>
            <a:ext cx="4933315" cy="1568450"/>
          </a:xfrm>
          <a:prstGeom prst="rect">
            <a:avLst/>
          </a:prstGeom>
        </p:spPr>
        <p:txBody>
          <a:bodyPr wrap="square">
            <a:spAutoFit/>
          </a:bodyPr>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痛点分析：</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在将</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1D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线性索引（</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0-8</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）转换为</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2D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矩阵坐标（</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(0,0)</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到</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(2,2)</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）时，传统软件思维会使用除法</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和取模</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运算。</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问题：在硬件中，除法器极其消耗资源且延迟巨大，可能导致时序违例。</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p:txBody>
      </p:sp>
      <p:sp>
        <p:nvSpPr>
          <p:cNvPr id="6" name="文本框 5"/>
          <p:cNvSpPr txBox="1"/>
          <p:nvPr/>
        </p:nvSpPr>
        <p:spPr>
          <a:xfrm>
            <a:off x="4328160" y="3850322"/>
            <a:ext cx="5080000" cy="2306955"/>
          </a:xfrm>
          <a:prstGeom prst="rect">
            <a:avLst/>
          </a:prstGeom>
        </p:spPr>
        <p:txBody>
          <a:bodyPr>
            <a:spAutoFit/>
          </a:bodyPr>
          <a:p>
            <a:pPr marL="0"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我们的创新：</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查表法</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(LUT)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：利用</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case </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语句构建纯组合逻辑映射。</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零延迟：这种映射在硬件上会被综合为简单的查找表</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(LUT)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，几乎不消耗时钟周期。</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单周期</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MAC</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：正是因为去掉了复杂的地址计算，我们才能在一个时钟周期内完成</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取址</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取数</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运算</a:t>
            </a:r>
            <a:r>
              <a:rPr lang="en-US" altLang="zh-CN"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a:t>
            </a:r>
            <a:r>
              <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的全过程。</a:t>
            </a:r>
            <a:endParaRPr lang="zh-CN" altLang="en-US"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p:txBody>
      </p:sp>
      <p:pic>
        <p:nvPicPr>
          <p:cNvPr id="2" name="图片 1"/>
          <p:cNvPicPr>
            <a:picLocks noChangeAspect="1"/>
          </p:cNvPicPr>
          <p:nvPr/>
        </p:nvPicPr>
        <p:blipFill>
          <a:blip r:embed="rId3"/>
          <a:stretch>
            <a:fillRect/>
          </a:stretch>
        </p:blipFill>
        <p:spPr>
          <a:xfrm>
            <a:off x="6905625" y="2335530"/>
            <a:ext cx="4905375" cy="1514475"/>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000"/>
          </a:xfrm>
          <a:prstGeom prst="rect">
            <a:avLst/>
          </a:prstGeom>
        </p:spPr>
      </p:pic>
      <p:sp>
        <p:nvSpPr>
          <p:cNvPr id="8" name="文本框 7"/>
          <p:cNvSpPr txBox="1"/>
          <p:nvPr/>
        </p:nvSpPr>
        <p:spPr>
          <a:xfrm>
            <a:off x="385445" y="311785"/>
            <a:ext cx="10471150" cy="2241550"/>
          </a:xfrm>
          <a:prstGeom prst="rect">
            <a:avLst/>
          </a:prstGeom>
          <a:noFill/>
        </p:spPr>
        <p:txBody>
          <a:bodyPr wrap="square" rtlCol="0">
            <a:noAutofit/>
          </a:bodyPr>
          <a:p>
            <a:r>
              <a:rPr lang="zh-CN" altLang="en-US" sz="4000">
                <a:solidFill>
                  <a:schemeClr val="tx1"/>
                </a:solidFill>
                <a:effectLst>
                  <a:outerShdw blurRad="38100" dist="19050" dir="2700000" algn="tl" rotWithShape="0">
                    <a:schemeClr val="dk1">
                      <a:alpha val="40000"/>
                    </a:schemeClr>
                  </a:outerShdw>
                </a:effectLst>
              </a:rPr>
              <a:t>创新点三</a:t>
            </a:r>
            <a:r>
              <a:rPr lang="en-US" altLang="zh-CN" sz="4000">
                <a:solidFill>
                  <a:schemeClr val="tx1"/>
                </a:solidFill>
                <a:effectLst>
                  <a:outerShdw blurRad="38100" dist="19050" dir="2700000" algn="tl" rotWithShape="0">
                    <a:schemeClr val="dk1">
                      <a:alpha val="40000"/>
                    </a:schemeClr>
                  </a:outerShdw>
                </a:effectLst>
              </a:rPr>
              <a:t> —— </a:t>
            </a:r>
            <a:r>
              <a:rPr lang="zh-CN" altLang="en-US" sz="4000">
                <a:solidFill>
                  <a:schemeClr val="tx1"/>
                </a:solidFill>
                <a:effectLst>
                  <a:outerShdw blurRad="38100" dist="19050" dir="2700000" algn="tl" rotWithShape="0">
                    <a:schemeClr val="dk1">
                      <a:alpha val="40000"/>
                    </a:schemeClr>
                  </a:outerShdw>
                </a:effectLst>
              </a:rPr>
              <a:t>动态多态显示架构</a:t>
            </a:r>
            <a:r>
              <a:rPr lang="en-US" altLang="zh-CN" sz="4000">
                <a:solidFill>
                  <a:schemeClr val="tx1"/>
                </a:solidFill>
                <a:effectLst>
                  <a:outerShdw blurRad="38100" dist="19050" dir="2700000" algn="tl" rotWithShape="0">
                    <a:schemeClr val="dk1">
                      <a:alpha val="40000"/>
                    </a:schemeClr>
                  </a:outerShdw>
                </a:effectLst>
              </a:rPr>
              <a:t> (Dynamic Polymorphic Display Architecture)</a:t>
            </a:r>
            <a:r>
              <a:rPr lang="zh-CN" altLang="en-US" sz="4000">
                <a:solidFill>
                  <a:schemeClr val="tx1"/>
                </a:solidFill>
                <a:effectLst>
                  <a:outerShdw blurRad="38100" dist="19050" dir="2700000" algn="tl" rotWithShape="0">
                    <a:schemeClr val="dk1">
                      <a:alpha val="40000"/>
                    </a:schemeClr>
                  </a:outerShdw>
                </a:effectLst>
              </a:rPr>
              <a:t>：利用软件工程中的多态思想设计硬件架构，极大地提高了模块的复用性和系统的可扩展性。</a:t>
            </a:r>
            <a:endParaRPr lang="zh-CN" altLang="en-US" sz="40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385445" y="2893060"/>
            <a:ext cx="4934585" cy="1951355"/>
          </a:xfrm>
          <a:prstGeom prst="rect">
            <a:avLst/>
          </a:prstGeom>
        </p:spPr>
        <p:txBody>
          <a:bodyPr wrap="square">
            <a:noAutofit/>
          </a:bodyPr>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痛点分析：</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通常的硬件模块接口是固定的（例如只能传</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5x5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数据）。当引入</a:t>
            </a:r>
            <a:r>
              <a:rPr lang="en-US" altLang="zh-CN"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 8x10 </a:t>
            </a:r>
            <a:r>
              <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rPr>
              <a:t>的卷积结果时，传统做法是重写一个显示模块，导致代码冗余。</a:t>
            </a: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a:p>
            <a:pPr marL="0" indent="0">
              <a:buFont typeface="Arial" panose="020B0604020202020204"/>
              <a:buChar char="•"/>
            </a:pPr>
            <a:endParaRPr lang="zh-CN" altLang="en-US" sz="1600" b="0" i="0">
              <a:ln w="9525" cmpd="sng">
                <a:solidFill>
                  <a:schemeClr val="accent1"/>
                </a:solidFill>
                <a:prstDash val="solid"/>
              </a:ln>
              <a:solidFill>
                <a:srgbClr val="70AD47">
                  <a:tint val="1000"/>
                </a:srgbClr>
              </a:solidFill>
              <a:effectLst>
                <a:glow rad="38100">
                  <a:schemeClr val="accent1">
                    <a:alpha val="40000"/>
                  </a:schemeClr>
                </a:glow>
              </a:effectLst>
              <a:latin typeface="Segoe WPC"/>
              <a:ea typeface="Segoe WPC"/>
            </a:endParaRPr>
          </a:p>
        </p:txBody>
      </p:sp>
      <p:sp>
        <p:nvSpPr>
          <p:cNvPr id="6" name="文本框 5"/>
          <p:cNvSpPr txBox="1"/>
          <p:nvPr/>
        </p:nvSpPr>
        <p:spPr>
          <a:xfrm>
            <a:off x="278130" y="4094480"/>
            <a:ext cx="4650740" cy="2584450"/>
          </a:xfrm>
          <a:prstGeom prst="rect">
            <a:avLst/>
          </a:prstGeom>
        </p:spPr>
        <p:txBody>
          <a:bodyPr wrap="square">
            <a:spAutoFit/>
            <a:scene3d>
              <a:camera prst="orthographicFront"/>
              <a:lightRig rig="harsh" dir="t"/>
            </a:scene3d>
            <a:sp3d extrusionH="57150" prstMaterial="matte">
              <a:bevelT w="63500" h="12700" prst="angle"/>
              <a:contourClr>
                <a:schemeClr val="bg1">
                  <a:lumMod val="65000"/>
                </a:schemeClr>
              </a:contourClr>
            </a:sp3d>
          </a:bodyPr>
          <a:p>
            <a:pPr marL="0" indent="0">
              <a:buFont typeface="Arial" panose="020B0604020202020204"/>
              <a:buChar char="•"/>
            </a:pPr>
            <a:r>
              <a:rPr lang="zh-CN" altLang="en-US" b="0" i="0">
                <a:solidFill>
                  <a:schemeClr val="accent3"/>
                </a:solidFill>
                <a:effectLst/>
                <a:latin typeface="Segoe WPC"/>
                <a:ea typeface="Segoe WPC"/>
              </a:rPr>
              <a:t>我们的创新：</a:t>
            </a:r>
            <a:endParaRPr lang="zh-CN" altLang="en-US" b="0" i="0">
              <a:solidFill>
                <a:schemeClr val="accent3"/>
              </a:solidFill>
              <a:effectLst/>
              <a:latin typeface="Segoe WPC"/>
              <a:ea typeface="Segoe WPC"/>
            </a:endParaRPr>
          </a:p>
          <a:p>
            <a:pPr marL="0" indent="0">
              <a:buFont typeface="Arial" panose="020B0604020202020204"/>
              <a:buChar char="•"/>
            </a:pPr>
            <a:r>
              <a:rPr lang="zh-CN" altLang="en-US" b="0" i="0">
                <a:solidFill>
                  <a:schemeClr val="accent3"/>
                </a:solidFill>
                <a:effectLst/>
                <a:latin typeface="Segoe WPC"/>
                <a:ea typeface="Segoe WPC"/>
              </a:rPr>
              <a:t>多态接口：显示模块被设计为</a:t>
            </a:r>
            <a:r>
              <a:rPr lang="en-US" altLang="zh-CN" b="0" i="0">
                <a:solidFill>
                  <a:schemeClr val="accent3"/>
                </a:solidFill>
                <a:effectLst/>
                <a:latin typeface="Segoe WPC"/>
                <a:ea typeface="Segoe WPC"/>
              </a:rPr>
              <a:t>“</a:t>
            </a:r>
            <a:r>
              <a:rPr lang="zh-CN" altLang="en-US" b="0" i="0">
                <a:solidFill>
                  <a:schemeClr val="accent3"/>
                </a:solidFill>
                <a:effectLst/>
                <a:latin typeface="Segoe WPC"/>
                <a:ea typeface="Segoe WPC"/>
              </a:rPr>
              <a:t>不知情</a:t>
            </a:r>
            <a:r>
              <a:rPr lang="en-US" altLang="zh-CN" b="0" i="0">
                <a:solidFill>
                  <a:schemeClr val="accent3"/>
                </a:solidFill>
                <a:effectLst/>
                <a:latin typeface="Segoe WPC"/>
                <a:ea typeface="Segoe WPC"/>
              </a:rPr>
              <a:t>”</a:t>
            </a:r>
            <a:r>
              <a:rPr lang="zh-CN" altLang="en-US" b="0" i="0">
                <a:solidFill>
                  <a:schemeClr val="accent3"/>
                </a:solidFill>
                <a:effectLst/>
                <a:latin typeface="Segoe WPC"/>
                <a:ea typeface="Segoe WPC"/>
              </a:rPr>
              <a:t>的通用驱动，只负责打印数据。</a:t>
            </a:r>
            <a:endParaRPr lang="zh-CN" altLang="en-US" b="0" i="0">
              <a:solidFill>
                <a:schemeClr val="accent3"/>
              </a:solidFill>
              <a:effectLst/>
              <a:latin typeface="Segoe WPC"/>
              <a:ea typeface="Segoe WPC"/>
            </a:endParaRPr>
          </a:p>
          <a:p>
            <a:pPr marL="0" indent="0">
              <a:buFont typeface="Arial" panose="020B0604020202020204"/>
              <a:buChar char="•"/>
            </a:pPr>
            <a:r>
              <a:rPr lang="zh-CN" altLang="en-US" b="0" i="0">
                <a:solidFill>
                  <a:schemeClr val="accent3"/>
                </a:solidFill>
                <a:effectLst/>
                <a:latin typeface="Segoe WPC"/>
                <a:ea typeface="Segoe WPC"/>
              </a:rPr>
              <a:t>动态重配置：顶层模块根据当前操作类型（加法</a:t>
            </a:r>
            <a:r>
              <a:rPr lang="en-US" altLang="zh-CN" b="0" i="0">
                <a:solidFill>
                  <a:schemeClr val="accent3"/>
                </a:solidFill>
                <a:effectLst/>
                <a:latin typeface="Segoe WPC"/>
                <a:ea typeface="Segoe WPC"/>
              </a:rPr>
              <a:t> vs </a:t>
            </a:r>
            <a:r>
              <a:rPr lang="zh-CN" altLang="en-US" b="0" i="0">
                <a:solidFill>
                  <a:schemeClr val="accent3"/>
                </a:solidFill>
                <a:effectLst/>
                <a:latin typeface="Segoe WPC"/>
                <a:ea typeface="Segoe WPC"/>
              </a:rPr>
              <a:t>卷积），动态修改传输给显示模块的元数据（行数、列数、步长）。</a:t>
            </a:r>
            <a:endParaRPr lang="zh-CN" altLang="en-US" b="0" i="0">
              <a:solidFill>
                <a:schemeClr val="accent3"/>
              </a:solidFill>
              <a:effectLst/>
              <a:latin typeface="Segoe WPC"/>
              <a:ea typeface="Segoe WPC"/>
            </a:endParaRPr>
          </a:p>
          <a:p>
            <a:pPr marL="0" indent="0">
              <a:buFont typeface="Arial" panose="020B0604020202020204"/>
              <a:buChar char="•"/>
            </a:pPr>
            <a:r>
              <a:rPr lang="zh-CN" altLang="en-US" b="0" i="0">
                <a:solidFill>
                  <a:schemeClr val="accent3"/>
                </a:solidFill>
                <a:effectLst/>
                <a:latin typeface="Segoe WPC"/>
                <a:ea typeface="Segoe WPC"/>
              </a:rPr>
              <a:t>无缝切换：用户在串口终端看到的界面是统一的，底层硬件却在两种截然不同的数据流之间无缝切换。</a:t>
            </a:r>
            <a:endParaRPr lang="zh-CN" altLang="en-US" b="0" i="0">
              <a:solidFill>
                <a:schemeClr val="accent3"/>
              </a:solidFill>
              <a:effectLst/>
              <a:latin typeface="Segoe WPC"/>
              <a:ea typeface="Segoe WPC"/>
            </a:endParaRPr>
          </a:p>
        </p:txBody>
      </p:sp>
      <p:pic>
        <p:nvPicPr>
          <p:cNvPr id="4" name="图片 3"/>
          <p:cNvPicPr>
            <a:picLocks noChangeAspect="1"/>
          </p:cNvPicPr>
          <p:nvPr/>
        </p:nvPicPr>
        <p:blipFill>
          <a:blip r:embed="rId3"/>
          <a:stretch>
            <a:fillRect/>
          </a:stretch>
        </p:blipFill>
        <p:spPr>
          <a:xfrm>
            <a:off x="5220970" y="2867025"/>
            <a:ext cx="6873240" cy="3811905"/>
          </a:xfrm>
          <a:prstGeom prst="rect">
            <a:avLst/>
          </a:prstGeom>
        </p:spPr>
      </p:pic>
    </p:spTree>
    <p:custDataLst>
      <p:tags r:id="rId4"/>
    </p:custDataLst>
  </p:cSld>
  <p:clrMapOvr>
    <a:masterClrMapping/>
  </p:clrMapOvr>
</p:sld>
</file>

<file path=ppt/tags/tag1.xml><?xml version="1.0" encoding="utf-8"?>
<p:tagLst xmlns:p="http://schemas.openxmlformats.org/presentationml/2006/main">
  <p:tag name="KSO_WM_BEAUTIFY_FLAG" val="#wm#"/>
  <p:tag name="KSO_WM_UNIT_INDEX" val="1"/>
  <p:tag name="KSO_WM_UNIT_SUBTYPE" val="c"/>
  <p:tag name="KSO_WM_UNIT_TEXT_TYPE" val="1"/>
  <p:tag name="KSO_WM_UNIT_TYPE" val="f"/>
  <p:tag name="KSO_WM_FIGMA_FLAG" val="#fgm#"/>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2.xml><?xml version="1.0" encoding="utf-8"?>
<p:tagLst xmlns:p="http://schemas.openxmlformats.org/presentationml/2006/main">
  <p:tag name="KSO_WM_BEAUTIFY_FLAG" val="#wm#"/>
  <p:tag name="KSO_WM_UNIT_INDEX" val="1"/>
  <p:tag name="KSO_WM_UNIT_TEXT_TYPE" val="1"/>
  <p:tag name="KSO_WM_UNIT_TYPE" val="a"/>
  <p:tag name="KSO_WM_LAYOUT_CHECK_HASH" val="f3708acca002a95e4af8e26e150b53cfbd195602"/>
  <p:tag name="KSO_WM_NEWLAYOUT_ID" val="130"/>
  <p:tag name="KSO_WM_FIGMA_FLAG" val="#fgm#"/>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3.xml><?xml version="1.0" encoding="utf-8"?>
<p:tagLst xmlns:p="http://schemas.openxmlformats.org/presentationml/2006/main">
  <p:tag name="KSO_WM_BEAUTIFY_FLAG" val="#wm#"/>
  <p:tag name="KSO_WM_UNIT_INDEX" val="2"/>
  <p:tag name="KSO_WM_UNIT_SUBTYPE" val="b"/>
  <p:tag name="KSO_WM_UNIT_TEXT_TYPE" val="1"/>
  <p:tag name="KSO_WM_UNIT_TYPE" val="f"/>
  <p:tag name="KSO_WM_FIGMA_FLAG" val="#fgm#"/>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4.xml><?xml version="1.0" encoding="utf-8"?>
<p:tagLst xmlns:p="http://schemas.openxmlformats.org/presentationml/2006/main">
  <p:tag name="KSO_WM_UNIT_TYPE" val="f"/>
  <p:tag name="KSO_WM_UNIT_INDEX" val="1"/>
  <p:tag name="KSO_WM_UNIT_ID" val="_1*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5.xml><?xml version="1.0" encoding="utf-8"?>
<p:tagLst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6.xml><?xml version="1.0" encoding="utf-8"?>
<p:tagLst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7.xml><?xml version="1.0" encoding="utf-8"?>
<p:tagLst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8.xml><?xml version="1.0" encoding="utf-8"?>
<p:tagLst xmlns:p="http://schemas.openxmlformats.org/presentationml/2006/main">
  <p:tag name="KSO_WM_UNIT_TYPE" val="a"/>
  <p:tag name="KSO_WM_UNIT_INDEX" val="1"/>
  <p:tag name="KSO_WM_UNIT_ID" val="_1*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643"/>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643"/>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643"/>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643"/>
</p:tagLst>
</file>

<file path=ppt/tags/tag13.xml><?xml version="1.0" encoding="utf-8"?>
<p:tagLst xmlns:p="http://schemas.openxmlformats.org/presentationml/2006/main">
  <p:tag name="KSO_WM_BEAUTIFY_FLAG" val="#wm#"/>
  <p:tag name="KSO_WM_UNIT_INDEX" val="1"/>
  <p:tag name="KSO_WM_UNIT_TEXT_TYPE" val="1"/>
  <p:tag name="KSO_WM_UNIT_TYPE" val="a"/>
  <p:tag name="KSO_WM_LAYOUT_CHECK_HASH" val="e55c3c7b5a771f5e42ce83c36cf9a1e85334f683"/>
  <p:tag name="KSO_WM_NEWLAYOUT_ID" val="138"/>
  <p:tag name="KSO_WM_FIGMA_FLAG" val="#fgm#"/>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14.xml><?xml version="1.0" encoding="utf-8"?>
<p:tagLst xmlns:p="http://schemas.openxmlformats.org/presentationml/2006/main">
  <p:tag name="KSO_WM_BEAUTIFY_FLAG" val="#wm#"/>
  <p:tag name="KSO_WM_UNIT_INDEX" val="1"/>
  <p:tag name="KSO_WM_UNIT_TYPE" val="e"/>
  <p:tag name="KSO_WM_FIGMA_FLAG" val="#fgm#"/>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15.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16.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17.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18.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19.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0.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1.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2.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3.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4.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5.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6.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7.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8.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29.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0.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1.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2.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3.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4.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5.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6.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7.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8.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39.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0.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1.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2.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3.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4.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5.xml><?xml version="1.0" encoding="utf-8"?>
<p:tagLst xmlns:p="http://schemas.openxmlformats.org/presentationml/2006/main">
  <p:tag name="KSO_WM_BEAUTIFY_FLAG" val="#wm#"/>
  <p:tag name="KSO_WM_UNIT_INDEX" val="1"/>
  <p:tag name="KSO_WM_UNIT_TEXT_TYPE" val="1"/>
  <p:tag name="KSO_WM_UNIT_TYPE" val="b"/>
  <p:tag name="KSO_WM_FIGMA_FLAG" val="#fgm#"/>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46.xml><?xml version="1.0" encoding="utf-8"?>
<p:tagLst xmlns:p="http://schemas.openxmlformats.org/presentationml/2006/main">
  <p:tag name="KSO_WM_BEAUTIFY_FLAG" val="#wm#"/>
  <p:tag name="KSO_WM_UNIT_INDEX" val="1"/>
  <p:tag name="KSO_WM_UNIT_TEXT_TYPE" val="1"/>
  <p:tag name="KSO_WM_UNIT_TYPE" val="a"/>
  <p:tag name="KSO_WM_LAYOUT_CHECK_HASH" val="61de010ddb57d439ca86a1f44f855e9bb6ae9e03"/>
  <p:tag name="KSO_WM_NEWLAYOUT_ID" val="142"/>
  <p:tag name="KSO_WM_FIGMA_FLAG" val="#fgm#"/>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643"/>
  <p:tag name="KSO_WM_TEMPLATE_CATEGORY" val="custom"/>
</p:tagLst>
</file>

<file path=ppt/tags/tag47.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8.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49.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643"/>
</p:tagLst>
</file>

<file path=ppt/tags/tag50.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91639"/>
</p:tagLst>
</file>

<file path=ppt/tags/tag51.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91639"/>
</p:tagLst>
</file>

<file path=ppt/tags/tag52.xml><?xml version="1.0" encoding="utf-8"?>
<p:tagLst xmlns:p="http://schemas.openxmlformats.org/presentationml/2006/main">
  <p:tag name="KSO_WM_BEAUTIFY_FLAG" val="#wm#"/>
  <p:tag name="KSO_WM_TEMPLATE_CATEGORY" val="custom"/>
  <p:tag name="KSO_WM_TEMPLATE_SUBCATEGORY" val="29"/>
  <p:tag name="KSO_WM_TEMPLATE_SLIDE_ID" val="slide_d799d37ec7ee1a76"/>
  <p:tag name="KSO_WM_TEMPLATE_THUMBS_INDEX" val="1、9"/>
  <p:tag name="KSO_WM_TEMPLATE_MASTER_TYPE" val="0"/>
  <p:tag name="KSO_WM_TEMPLATE_COLOR_TYPE" val="0"/>
  <p:tag name="KSO_WM_TAG_VERSION" val="3.0"/>
  <p:tag name="KSO_WM_TEMPLATE_INDEX" val="40491639"/>
</p:tagLst>
</file>

<file path=ppt/tags/tag53.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54.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55.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56.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57.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58.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59.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60.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61.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62.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63.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64.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65.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66.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67.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68.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69.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70.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ags/tag71.xml><?xml version="1.0" encoding="utf-8"?>
<p:tagLst xmlns:p="http://schemas.openxmlformats.org/presentationml/2006/main">
  <p:tag name="KSO_WM_UNIT_TYPE" val="i"/>
  <p:tag name="KSO_WM_UNIT_TEXT_TYPE" val="1"/>
  <p:tag name="KSO_WM_FIGMA_FLAG" val="#fg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UNIT_INDEX" val="0"/>
  <p:tag name="KSO_WM_BEAUTIFY_FLAG" val="#wm#"/>
  <p:tag name="KSO_WM_TEMPLATE_INDEX" val="40491639"/>
  <p:tag name="KSO_WM_UNIT_ID" val="custom40491639_1*i*0"/>
</p:tagLst>
</file>

<file path=ppt/tags/tag72.xml><?xml version="1.0" encoding="utf-8"?>
<p:tagLst xmlns:p="http://schemas.openxmlformats.org/presentationml/2006/main">
  <p:tag name="KSO_WM_BEAUTIFY_FLAG" val="#wm#"/>
  <p:tag name="KSO_WM_TEMPLATE_CATEGORY" val="custom"/>
  <p:tag name="KSO_WM_SLIDE_TYPE" val="title"/>
  <p:tag name="KSO_WM_SLIDE_INDEX" val="1"/>
  <p:tag name="KSO_WM_SLIDE_CONTENT_ORIENTATION" val="left"/>
  <p:tag name="KSO_WM_SLIDE_HAS_MASK" val="0"/>
  <p:tag name="KSO_WM_SLIDE_ITEM_CNT" val="0"/>
  <p:tag name="KSO_WM_TEMPLATE_SUBCATEGORY" val="29"/>
  <p:tag name="KSO_WM_TEMPLATE_SLIDE_ID" val="slide_d799d37ec7ee1a76"/>
  <p:tag name="KSO_WM_TEMPLATE_THUMBS_INDEX" val="1、9"/>
  <p:tag name="KSO_WM_TEMPLATE_MASTER_TYPE" val="0"/>
  <p:tag name="KSO_WM_SLIDE_LAYOUT" val="a_f"/>
  <p:tag name="KSO_WM_SLIDE_LAYOUT_CNT" val="1_2"/>
  <p:tag name="KSO_WM_TEMPLATE_COLOR_TYPE" val="0"/>
  <p:tag name="KSO_WM_TAG_VERSION" val="3.0"/>
  <p:tag name="KSO_WM_SLIDE_ID" val="custom40491639_1"/>
  <p:tag name="KSO_WM_TEMPLATE_INDEX" val="4049163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112">
      <a:dk1>
        <a:srgbClr val="000000"/>
      </a:dk1>
      <a:lt1>
        <a:srgbClr val="FFFFFF"/>
      </a:lt1>
      <a:dk2>
        <a:srgbClr val="3A2106"/>
      </a:dk2>
      <a:lt2>
        <a:srgbClr val="FFFCF9"/>
      </a:lt2>
      <a:accent1>
        <a:srgbClr val="F9BA5B"/>
      </a:accent1>
      <a:accent2>
        <a:srgbClr val="6B82F4"/>
      </a:accent2>
      <a:accent3>
        <a:srgbClr val="ED7D31"/>
      </a:accent3>
      <a:accent4>
        <a:srgbClr val="FFAC9B"/>
      </a:accent4>
      <a:accent5>
        <a:srgbClr val="70AD47"/>
      </a:accent5>
      <a:accent6>
        <a:srgbClr val="D4A000"/>
      </a:accent6>
      <a:hlink>
        <a:srgbClr val="0563C1"/>
      </a:hlink>
      <a:folHlink>
        <a:srgbClr val="954F72"/>
      </a:folHlink>
    </a:clrScheme>
    <a:fontScheme name="自定义 2">
      <a:majorFont>
        <a:latin typeface="Arial"/>
        <a:ea typeface="汉仪糯米团简"/>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2303</Words>
  <Application>WPS 演示</Application>
  <PresentationFormat>宽屏</PresentationFormat>
  <Paragraphs>86</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10</vt:i4>
      </vt:variant>
    </vt:vector>
  </HeadingPairs>
  <TitlesOfParts>
    <vt:vector size="27" baseType="lpstr">
      <vt:lpstr>Arial</vt:lpstr>
      <vt:lpstr>宋体</vt:lpstr>
      <vt:lpstr>Wingdings</vt:lpstr>
      <vt:lpstr>Arial</vt:lpstr>
      <vt:lpstr>Segoe WPC</vt:lpstr>
      <vt:lpstr>Segoe Print</vt:lpstr>
      <vt:lpstr>Consolas</vt:lpstr>
      <vt:lpstr>微软雅黑</vt:lpstr>
      <vt:lpstr>Arial Unicode MS</vt:lpstr>
      <vt:lpstr>汉仪糯米团简</vt:lpstr>
      <vt:lpstr>Calibri</vt:lpstr>
      <vt:lpstr>Consolas</vt:lpstr>
      <vt:lpstr>Segoe WPC</vt:lpstr>
      <vt:lpstr>SJBesse</vt:lpstr>
      <vt:lpstr>Inter</vt:lpstr>
      <vt:lpstr>WPS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dell</cp:lastModifiedBy>
  <cp:revision>6</cp:revision>
  <dcterms:created xsi:type="dcterms:W3CDTF">2023-08-09T12:44:00Z</dcterms:created>
  <dcterms:modified xsi:type="dcterms:W3CDTF">2025-12-18T10:09:35Z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19FCA9AAA7F44076B7742D7D85B53CC3_12</vt:lpwstr>
  </property>
</Properties>
</file>